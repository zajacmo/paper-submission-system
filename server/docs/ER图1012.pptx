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16200438" cy="219598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>
        <p:scale>
          <a:sx n="75" d="100"/>
          <a:sy n="75" d="100"/>
        </p:scale>
        <p:origin x="834" y="-28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5033" y="3593900"/>
            <a:ext cx="13770372" cy="7645294"/>
          </a:xfrm>
        </p:spPr>
        <p:txBody>
          <a:bodyPr anchor="b"/>
          <a:lstStyle>
            <a:lvl1pPr algn="ctr">
              <a:defRPr sz="1063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5" y="11534026"/>
            <a:ext cx="12150329" cy="5301888"/>
          </a:xfrm>
        </p:spPr>
        <p:txBody>
          <a:bodyPr/>
          <a:lstStyle>
            <a:lvl1pPr marL="0" indent="0" algn="ctr">
              <a:buNone/>
              <a:defRPr sz="4252"/>
            </a:lvl1pPr>
            <a:lvl2pPr marL="810021" indent="0" algn="ctr">
              <a:buNone/>
              <a:defRPr sz="3543"/>
            </a:lvl2pPr>
            <a:lvl3pPr marL="1620042" indent="0" algn="ctr">
              <a:buNone/>
              <a:defRPr sz="3189"/>
            </a:lvl3pPr>
            <a:lvl4pPr marL="2430064" indent="0" algn="ctr">
              <a:buNone/>
              <a:defRPr sz="2835"/>
            </a:lvl4pPr>
            <a:lvl5pPr marL="3240085" indent="0" algn="ctr">
              <a:buNone/>
              <a:defRPr sz="2835"/>
            </a:lvl5pPr>
            <a:lvl6pPr marL="4050106" indent="0" algn="ctr">
              <a:buNone/>
              <a:defRPr sz="2835"/>
            </a:lvl6pPr>
            <a:lvl7pPr marL="4860127" indent="0" algn="ctr">
              <a:buNone/>
              <a:defRPr sz="2835"/>
            </a:lvl7pPr>
            <a:lvl8pPr marL="5670149" indent="0" algn="ctr">
              <a:buNone/>
              <a:defRPr sz="2835"/>
            </a:lvl8pPr>
            <a:lvl9pPr marL="6480170" indent="0" algn="ctr">
              <a:buNone/>
              <a:defRPr sz="283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52EF-DE1C-4DEB-BC21-790F0029E58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5F278-0120-41B4-A264-5B066F7DD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395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52EF-DE1C-4DEB-BC21-790F0029E58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5F278-0120-41B4-A264-5B066F7DD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222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3" y="5474728"/>
            <a:ext cx="13972878" cy="9134702"/>
          </a:xfrm>
        </p:spPr>
        <p:txBody>
          <a:bodyPr anchor="b"/>
          <a:lstStyle>
            <a:lvl1pPr>
              <a:defRPr sz="1063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3" y="14695848"/>
            <a:ext cx="13972878" cy="4803724"/>
          </a:xfrm>
        </p:spPr>
        <p:txBody>
          <a:bodyPr/>
          <a:lstStyle>
            <a:lvl1pPr marL="0" indent="0">
              <a:buNone/>
              <a:defRPr sz="4252">
                <a:solidFill>
                  <a:schemeClr val="tx1"/>
                </a:solidFill>
              </a:defRPr>
            </a:lvl1pPr>
            <a:lvl2pPr marL="810021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2pPr>
            <a:lvl3pPr marL="1620042" indent="0">
              <a:buNone/>
              <a:defRPr sz="3189">
                <a:solidFill>
                  <a:schemeClr val="tx1">
                    <a:tint val="75000"/>
                  </a:schemeClr>
                </a:solidFill>
              </a:defRPr>
            </a:lvl3pPr>
            <a:lvl4pPr marL="2430064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4pPr>
            <a:lvl5pPr marL="3240085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5pPr>
            <a:lvl6pPr marL="4050106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6pPr>
            <a:lvl7pPr marL="486012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7pPr>
            <a:lvl8pPr marL="5670149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8pPr>
            <a:lvl9pPr marL="648017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52EF-DE1C-4DEB-BC21-790F0029E58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5F278-0120-41B4-A264-5B066F7DD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171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5845804"/>
            <a:ext cx="6885186" cy="1393334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5845804"/>
            <a:ext cx="6885186" cy="1393334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52EF-DE1C-4DEB-BC21-790F0029E58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5F278-0120-41B4-A264-5B066F7DD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383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1169166"/>
            <a:ext cx="13972878" cy="4244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2" y="5383224"/>
            <a:ext cx="6853544" cy="2638235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10021" indent="0">
              <a:buNone/>
              <a:defRPr sz="3543" b="1"/>
            </a:lvl2pPr>
            <a:lvl3pPr marL="1620042" indent="0">
              <a:buNone/>
              <a:defRPr sz="3189" b="1"/>
            </a:lvl3pPr>
            <a:lvl4pPr marL="2430064" indent="0">
              <a:buNone/>
              <a:defRPr sz="2835" b="1"/>
            </a:lvl4pPr>
            <a:lvl5pPr marL="3240085" indent="0">
              <a:buNone/>
              <a:defRPr sz="2835" b="1"/>
            </a:lvl5pPr>
            <a:lvl6pPr marL="4050106" indent="0">
              <a:buNone/>
              <a:defRPr sz="2835" b="1"/>
            </a:lvl6pPr>
            <a:lvl7pPr marL="4860127" indent="0">
              <a:buNone/>
              <a:defRPr sz="2835" b="1"/>
            </a:lvl7pPr>
            <a:lvl8pPr marL="5670149" indent="0">
              <a:buNone/>
              <a:defRPr sz="2835" b="1"/>
            </a:lvl8pPr>
            <a:lvl9pPr marL="6480170" indent="0">
              <a:buNone/>
              <a:defRPr sz="28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2" y="8021459"/>
            <a:ext cx="6853544" cy="117983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3" y="5383224"/>
            <a:ext cx="6887296" cy="2638235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10021" indent="0">
              <a:buNone/>
              <a:defRPr sz="3543" b="1"/>
            </a:lvl2pPr>
            <a:lvl3pPr marL="1620042" indent="0">
              <a:buNone/>
              <a:defRPr sz="3189" b="1"/>
            </a:lvl3pPr>
            <a:lvl4pPr marL="2430064" indent="0">
              <a:buNone/>
              <a:defRPr sz="2835" b="1"/>
            </a:lvl4pPr>
            <a:lvl5pPr marL="3240085" indent="0">
              <a:buNone/>
              <a:defRPr sz="2835" b="1"/>
            </a:lvl5pPr>
            <a:lvl6pPr marL="4050106" indent="0">
              <a:buNone/>
              <a:defRPr sz="2835" b="1"/>
            </a:lvl6pPr>
            <a:lvl7pPr marL="4860127" indent="0">
              <a:buNone/>
              <a:defRPr sz="2835" b="1"/>
            </a:lvl7pPr>
            <a:lvl8pPr marL="5670149" indent="0">
              <a:buNone/>
              <a:defRPr sz="2835" b="1"/>
            </a:lvl8pPr>
            <a:lvl9pPr marL="6480170" indent="0">
              <a:buNone/>
              <a:defRPr sz="28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3" y="8021459"/>
            <a:ext cx="6887296" cy="117983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52EF-DE1C-4DEB-BC21-790F0029E58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5F278-0120-41B4-A264-5B066F7DD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524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52EF-DE1C-4DEB-BC21-790F0029E58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5F278-0120-41B4-A264-5B066F7DD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420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52EF-DE1C-4DEB-BC21-790F0029E58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5F278-0120-41B4-A264-5B066F7DD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584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1463992"/>
            <a:ext cx="5225063" cy="5123974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3161822"/>
            <a:ext cx="8201472" cy="15605754"/>
          </a:xfrm>
        </p:spPr>
        <p:txBody>
          <a:bodyPr/>
          <a:lstStyle>
            <a:lvl1pPr>
              <a:defRPr sz="5669"/>
            </a:lvl1pPr>
            <a:lvl2pPr>
              <a:defRPr sz="4961"/>
            </a:lvl2pPr>
            <a:lvl3pPr>
              <a:defRPr sz="4252"/>
            </a:lvl3pPr>
            <a:lvl4pPr>
              <a:defRPr sz="3543"/>
            </a:lvl4pPr>
            <a:lvl5pPr>
              <a:defRPr sz="3543"/>
            </a:lvl5pPr>
            <a:lvl6pPr>
              <a:defRPr sz="3543"/>
            </a:lvl6pPr>
            <a:lvl7pPr>
              <a:defRPr sz="3543"/>
            </a:lvl7pPr>
            <a:lvl8pPr>
              <a:defRPr sz="3543"/>
            </a:lvl8pPr>
            <a:lvl9pPr>
              <a:defRPr sz="354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0" y="6587966"/>
            <a:ext cx="5225063" cy="12205023"/>
          </a:xfrm>
        </p:spPr>
        <p:txBody>
          <a:bodyPr/>
          <a:lstStyle>
            <a:lvl1pPr marL="0" indent="0">
              <a:buNone/>
              <a:defRPr sz="2835"/>
            </a:lvl1pPr>
            <a:lvl2pPr marL="810021" indent="0">
              <a:buNone/>
              <a:defRPr sz="2480"/>
            </a:lvl2pPr>
            <a:lvl3pPr marL="1620042" indent="0">
              <a:buNone/>
              <a:defRPr sz="2126"/>
            </a:lvl3pPr>
            <a:lvl4pPr marL="2430064" indent="0">
              <a:buNone/>
              <a:defRPr sz="1772"/>
            </a:lvl4pPr>
            <a:lvl5pPr marL="3240085" indent="0">
              <a:buNone/>
              <a:defRPr sz="1772"/>
            </a:lvl5pPr>
            <a:lvl6pPr marL="4050106" indent="0">
              <a:buNone/>
              <a:defRPr sz="1772"/>
            </a:lvl6pPr>
            <a:lvl7pPr marL="4860127" indent="0">
              <a:buNone/>
              <a:defRPr sz="1772"/>
            </a:lvl7pPr>
            <a:lvl8pPr marL="5670149" indent="0">
              <a:buNone/>
              <a:defRPr sz="1772"/>
            </a:lvl8pPr>
            <a:lvl9pPr marL="6480170" indent="0">
              <a:buNone/>
              <a:defRPr sz="17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52EF-DE1C-4DEB-BC21-790F0029E58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5F278-0120-41B4-A264-5B066F7DD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602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1463992"/>
            <a:ext cx="5225063" cy="5123974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3161822"/>
            <a:ext cx="8201472" cy="15605754"/>
          </a:xfrm>
        </p:spPr>
        <p:txBody>
          <a:bodyPr anchor="t"/>
          <a:lstStyle>
            <a:lvl1pPr marL="0" indent="0">
              <a:buNone/>
              <a:defRPr sz="5669"/>
            </a:lvl1pPr>
            <a:lvl2pPr marL="810021" indent="0">
              <a:buNone/>
              <a:defRPr sz="4961"/>
            </a:lvl2pPr>
            <a:lvl3pPr marL="1620042" indent="0">
              <a:buNone/>
              <a:defRPr sz="4252"/>
            </a:lvl3pPr>
            <a:lvl4pPr marL="2430064" indent="0">
              <a:buNone/>
              <a:defRPr sz="3543"/>
            </a:lvl4pPr>
            <a:lvl5pPr marL="3240085" indent="0">
              <a:buNone/>
              <a:defRPr sz="3543"/>
            </a:lvl5pPr>
            <a:lvl6pPr marL="4050106" indent="0">
              <a:buNone/>
              <a:defRPr sz="3543"/>
            </a:lvl6pPr>
            <a:lvl7pPr marL="4860127" indent="0">
              <a:buNone/>
              <a:defRPr sz="3543"/>
            </a:lvl7pPr>
            <a:lvl8pPr marL="5670149" indent="0">
              <a:buNone/>
              <a:defRPr sz="3543"/>
            </a:lvl8pPr>
            <a:lvl9pPr marL="6480170" indent="0">
              <a:buNone/>
              <a:defRPr sz="354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0" y="6587966"/>
            <a:ext cx="5225063" cy="12205023"/>
          </a:xfrm>
        </p:spPr>
        <p:txBody>
          <a:bodyPr/>
          <a:lstStyle>
            <a:lvl1pPr marL="0" indent="0">
              <a:buNone/>
              <a:defRPr sz="2835"/>
            </a:lvl1pPr>
            <a:lvl2pPr marL="810021" indent="0">
              <a:buNone/>
              <a:defRPr sz="2480"/>
            </a:lvl2pPr>
            <a:lvl3pPr marL="1620042" indent="0">
              <a:buNone/>
              <a:defRPr sz="2126"/>
            </a:lvl3pPr>
            <a:lvl4pPr marL="2430064" indent="0">
              <a:buNone/>
              <a:defRPr sz="1772"/>
            </a:lvl4pPr>
            <a:lvl5pPr marL="3240085" indent="0">
              <a:buNone/>
              <a:defRPr sz="1772"/>
            </a:lvl5pPr>
            <a:lvl6pPr marL="4050106" indent="0">
              <a:buNone/>
              <a:defRPr sz="1772"/>
            </a:lvl6pPr>
            <a:lvl7pPr marL="4860127" indent="0">
              <a:buNone/>
              <a:defRPr sz="1772"/>
            </a:lvl7pPr>
            <a:lvl8pPr marL="5670149" indent="0">
              <a:buNone/>
              <a:defRPr sz="1772"/>
            </a:lvl8pPr>
            <a:lvl9pPr marL="6480170" indent="0">
              <a:buNone/>
              <a:defRPr sz="17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52EF-DE1C-4DEB-BC21-790F0029E58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5F278-0120-41B4-A264-5B066F7DD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762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52EF-DE1C-4DEB-BC21-790F0029E58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5F278-0120-41B4-A264-5B066F7DD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718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40" y="1169161"/>
            <a:ext cx="3493219" cy="1860999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1" y="1169161"/>
            <a:ext cx="10277153" cy="1860999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52EF-DE1C-4DEB-BC21-790F0029E58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5F278-0120-41B4-A264-5B066F7DD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560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1169166"/>
            <a:ext cx="13972878" cy="424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5845804"/>
            <a:ext cx="13972878" cy="139333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0" y="20353568"/>
            <a:ext cx="3645099" cy="11691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E52EF-DE1C-4DEB-BC21-790F0029E58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20353568"/>
            <a:ext cx="5467648" cy="11691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59" y="20353568"/>
            <a:ext cx="3645099" cy="11691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5F278-0120-41B4-A264-5B066F7DD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41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620042" rtl="0" eaLnBrk="1" latinLnBrk="0" hangingPunct="1">
        <a:lnSpc>
          <a:spcPct val="90000"/>
        </a:lnSpc>
        <a:spcBef>
          <a:spcPct val="0"/>
        </a:spcBef>
        <a:buNone/>
        <a:defRPr sz="77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5011" indent="-405011" algn="l" defTabSz="162004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15032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025053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835074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645096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455117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5265138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6075159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885181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1pPr>
      <a:lvl2pPr marL="810021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2pPr>
      <a:lvl3pPr marL="1620042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3pPr>
      <a:lvl4pPr marL="2430064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240085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050106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4860127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5670149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480170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矩形 122">
            <a:extLst>
              <a:ext uri="{FF2B5EF4-FFF2-40B4-BE49-F238E27FC236}">
                <a16:creationId xmlns:a16="http://schemas.microsoft.com/office/drawing/2014/main" id="{3E42FE3F-74C6-2B0D-8D76-E8B4F0AAD74F}"/>
              </a:ext>
            </a:extLst>
          </p:cNvPr>
          <p:cNvSpPr/>
          <p:nvPr/>
        </p:nvSpPr>
        <p:spPr>
          <a:xfrm>
            <a:off x="6991063" y="1797934"/>
            <a:ext cx="1935286" cy="7284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作者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E57B3604-8EA8-FAED-AFB3-7A13BD97C1BB}"/>
              </a:ext>
            </a:extLst>
          </p:cNvPr>
          <p:cNvSpPr/>
          <p:nvPr/>
        </p:nvSpPr>
        <p:spPr>
          <a:xfrm>
            <a:off x="6991063" y="5971847"/>
            <a:ext cx="1935286" cy="7284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论文</a:t>
            </a:r>
          </a:p>
        </p:txBody>
      </p:sp>
      <p:sp>
        <p:nvSpPr>
          <p:cNvPr id="125" name="流程图: 决策 124">
            <a:extLst>
              <a:ext uri="{FF2B5EF4-FFF2-40B4-BE49-F238E27FC236}">
                <a16:creationId xmlns:a16="http://schemas.microsoft.com/office/drawing/2014/main" id="{98734D1E-58C2-60D9-27F6-292E1BE2A59A}"/>
              </a:ext>
            </a:extLst>
          </p:cNvPr>
          <p:cNvSpPr/>
          <p:nvPr/>
        </p:nvSpPr>
        <p:spPr>
          <a:xfrm>
            <a:off x="10899216" y="3297485"/>
            <a:ext cx="1624264" cy="971550"/>
          </a:xfrm>
          <a:prstGeom prst="flowChartDecis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投稿</a:t>
            </a:r>
            <a:endParaRPr lang="en-US" altLang="zh-CN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DD90D057-E6DB-9400-B6B8-3800F9FC3AE1}"/>
              </a:ext>
            </a:extLst>
          </p:cNvPr>
          <p:cNvSpPr/>
          <p:nvPr/>
        </p:nvSpPr>
        <p:spPr>
          <a:xfrm>
            <a:off x="12658940" y="3424661"/>
            <a:ext cx="1935286" cy="7284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单位</a:t>
            </a:r>
          </a:p>
        </p:txBody>
      </p: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A1A5DB2B-7285-AEC1-F578-8A542C72DD5C}"/>
              </a:ext>
            </a:extLst>
          </p:cNvPr>
          <p:cNvCxnSpPr>
            <a:cxnSpLocks/>
            <a:stCxn id="125" idx="3"/>
            <a:endCxn id="126" idx="1"/>
          </p:cNvCxnSpPr>
          <p:nvPr/>
        </p:nvCxnSpPr>
        <p:spPr>
          <a:xfrm>
            <a:off x="12523480" y="3783260"/>
            <a:ext cx="135460" cy="56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连接符: 肘形 127">
            <a:extLst>
              <a:ext uri="{FF2B5EF4-FFF2-40B4-BE49-F238E27FC236}">
                <a16:creationId xmlns:a16="http://schemas.microsoft.com/office/drawing/2014/main" id="{9BCE4099-92C0-FC0C-605E-3FCA50CAA5EF}"/>
              </a:ext>
            </a:extLst>
          </p:cNvPr>
          <p:cNvCxnSpPr>
            <a:cxnSpLocks/>
            <a:stCxn id="123" idx="3"/>
            <a:endCxn id="125" idx="0"/>
          </p:cNvCxnSpPr>
          <p:nvPr/>
        </p:nvCxnSpPr>
        <p:spPr>
          <a:xfrm>
            <a:off x="8926349" y="2162140"/>
            <a:ext cx="2784999" cy="1135345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连接符: 肘形 128">
            <a:extLst>
              <a:ext uri="{FF2B5EF4-FFF2-40B4-BE49-F238E27FC236}">
                <a16:creationId xmlns:a16="http://schemas.microsoft.com/office/drawing/2014/main" id="{B3C609B2-41CF-48FB-901F-6C855A1C5420}"/>
              </a:ext>
            </a:extLst>
          </p:cNvPr>
          <p:cNvCxnSpPr>
            <a:cxnSpLocks/>
            <a:stCxn id="125" idx="2"/>
          </p:cNvCxnSpPr>
          <p:nvPr/>
        </p:nvCxnSpPr>
        <p:spPr>
          <a:xfrm rot="5400000">
            <a:off x="9375263" y="3819996"/>
            <a:ext cx="1887046" cy="2785125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流程图: 决策 129">
            <a:extLst>
              <a:ext uri="{FF2B5EF4-FFF2-40B4-BE49-F238E27FC236}">
                <a16:creationId xmlns:a16="http://schemas.microsoft.com/office/drawing/2014/main" id="{6407F5D2-AB9C-2AE0-636E-F7FC57CE3498}"/>
              </a:ext>
            </a:extLst>
          </p:cNvPr>
          <p:cNvSpPr/>
          <p:nvPr/>
        </p:nvSpPr>
        <p:spPr>
          <a:xfrm>
            <a:off x="2938274" y="3334791"/>
            <a:ext cx="1624264" cy="971550"/>
          </a:xfrm>
          <a:prstGeom prst="flowChartDecis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通知</a:t>
            </a:r>
            <a:endParaRPr lang="en-US" altLang="zh-CN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31" name="连接符: 肘形 130">
            <a:extLst>
              <a:ext uri="{FF2B5EF4-FFF2-40B4-BE49-F238E27FC236}">
                <a16:creationId xmlns:a16="http://schemas.microsoft.com/office/drawing/2014/main" id="{B67F4E5B-1A6E-31E0-2C14-163F5F610E75}"/>
              </a:ext>
            </a:extLst>
          </p:cNvPr>
          <p:cNvCxnSpPr>
            <a:cxnSpLocks/>
            <a:stCxn id="123" idx="1"/>
            <a:endCxn id="130" idx="0"/>
          </p:cNvCxnSpPr>
          <p:nvPr/>
        </p:nvCxnSpPr>
        <p:spPr>
          <a:xfrm rot="10800000" flipV="1">
            <a:off x="3750407" y="2162139"/>
            <a:ext cx="3240657" cy="1172651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肘形 131">
            <a:extLst>
              <a:ext uri="{FF2B5EF4-FFF2-40B4-BE49-F238E27FC236}">
                <a16:creationId xmlns:a16="http://schemas.microsoft.com/office/drawing/2014/main" id="{0AC439C6-EC2C-AA76-A4A3-526EFFC255FB}"/>
              </a:ext>
            </a:extLst>
          </p:cNvPr>
          <p:cNvCxnSpPr>
            <a:cxnSpLocks/>
            <a:stCxn id="130" idx="2"/>
            <a:endCxn id="124" idx="1"/>
          </p:cNvCxnSpPr>
          <p:nvPr/>
        </p:nvCxnSpPr>
        <p:spPr>
          <a:xfrm rot="16200000" flipH="1">
            <a:off x="4355878" y="3700868"/>
            <a:ext cx="2029712" cy="3240657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矩形 132">
            <a:extLst>
              <a:ext uri="{FF2B5EF4-FFF2-40B4-BE49-F238E27FC236}">
                <a16:creationId xmlns:a16="http://schemas.microsoft.com/office/drawing/2014/main" id="{FFBDB581-DB9F-C2E7-3D5A-E60813FE6C85}"/>
              </a:ext>
            </a:extLst>
          </p:cNvPr>
          <p:cNvSpPr/>
          <p:nvPr/>
        </p:nvSpPr>
        <p:spPr>
          <a:xfrm>
            <a:off x="674678" y="3456358"/>
            <a:ext cx="1935286" cy="7284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编辑</a:t>
            </a:r>
          </a:p>
        </p:txBody>
      </p: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38159169-D280-ADFF-2085-35D3BEBE934C}"/>
              </a:ext>
            </a:extLst>
          </p:cNvPr>
          <p:cNvCxnSpPr>
            <a:cxnSpLocks/>
            <a:stCxn id="130" idx="1"/>
            <a:endCxn id="133" idx="3"/>
          </p:cNvCxnSpPr>
          <p:nvPr/>
        </p:nvCxnSpPr>
        <p:spPr>
          <a:xfrm flipH="1" flipV="1">
            <a:off x="2609964" y="3820564"/>
            <a:ext cx="328310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流程图: 决策 134">
            <a:extLst>
              <a:ext uri="{FF2B5EF4-FFF2-40B4-BE49-F238E27FC236}">
                <a16:creationId xmlns:a16="http://schemas.microsoft.com/office/drawing/2014/main" id="{73FDB2B2-34D5-5014-A7A1-8596B378E2D4}"/>
              </a:ext>
            </a:extLst>
          </p:cNvPr>
          <p:cNvSpPr/>
          <p:nvPr/>
        </p:nvSpPr>
        <p:spPr>
          <a:xfrm>
            <a:off x="12814451" y="1676364"/>
            <a:ext cx="1624264" cy="971550"/>
          </a:xfrm>
          <a:prstGeom prst="flowChartDecis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挂职</a:t>
            </a:r>
            <a:endParaRPr lang="en-US" altLang="zh-CN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36" name="连接符: 肘形 135">
            <a:extLst>
              <a:ext uri="{FF2B5EF4-FFF2-40B4-BE49-F238E27FC236}">
                <a16:creationId xmlns:a16="http://schemas.microsoft.com/office/drawing/2014/main" id="{A914F071-764B-5639-F86F-BAEC3F58805C}"/>
              </a:ext>
            </a:extLst>
          </p:cNvPr>
          <p:cNvCxnSpPr>
            <a:cxnSpLocks/>
            <a:stCxn id="123" idx="0"/>
            <a:endCxn id="135" idx="0"/>
          </p:cNvCxnSpPr>
          <p:nvPr/>
        </p:nvCxnSpPr>
        <p:spPr>
          <a:xfrm rot="5400000" flipH="1" flipV="1">
            <a:off x="10731859" y="-1096789"/>
            <a:ext cx="121570" cy="5667877"/>
          </a:xfrm>
          <a:prstGeom prst="bentConnector3">
            <a:avLst>
              <a:gd name="adj1" fmla="val 102228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5E8B15F5-2E11-AF52-E9F0-59BFAAB08D00}"/>
              </a:ext>
            </a:extLst>
          </p:cNvPr>
          <p:cNvCxnSpPr>
            <a:cxnSpLocks/>
            <a:stCxn id="135" idx="2"/>
            <a:endCxn id="126" idx="0"/>
          </p:cNvCxnSpPr>
          <p:nvPr/>
        </p:nvCxnSpPr>
        <p:spPr>
          <a:xfrm>
            <a:off x="13626583" y="2647914"/>
            <a:ext cx="0" cy="7767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流程图: 决策 137">
            <a:extLst>
              <a:ext uri="{FF2B5EF4-FFF2-40B4-BE49-F238E27FC236}">
                <a16:creationId xmlns:a16="http://schemas.microsoft.com/office/drawing/2014/main" id="{AA16AB73-7529-D4AA-C3EB-04D7C0BB6B47}"/>
              </a:ext>
            </a:extLst>
          </p:cNvPr>
          <p:cNvSpPr/>
          <p:nvPr/>
        </p:nvSpPr>
        <p:spPr>
          <a:xfrm>
            <a:off x="7146573" y="3303090"/>
            <a:ext cx="1624264" cy="971550"/>
          </a:xfrm>
          <a:prstGeom prst="flowChartDecis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支付</a:t>
            </a:r>
            <a:endParaRPr lang="en-US" altLang="zh-CN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20D7937A-3045-FB94-99C0-C7CCCB4B6C39}"/>
              </a:ext>
            </a:extLst>
          </p:cNvPr>
          <p:cNvCxnSpPr>
            <a:cxnSpLocks/>
            <a:stCxn id="123" idx="2"/>
            <a:endCxn id="138" idx="0"/>
          </p:cNvCxnSpPr>
          <p:nvPr/>
        </p:nvCxnSpPr>
        <p:spPr>
          <a:xfrm flipH="1">
            <a:off x="7958705" y="2526346"/>
            <a:ext cx="1" cy="7767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383DABA3-5AA7-A25D-CDEF-47D4FE37040A}"/>
              </a:ext>
            </a:extLst>
          </p:cNvPr>
          <p:cNvCxnSpPr>
            <a:cxnSpLocks/>
            <a:stCxn id="138" idx="2"/>
            <a:endCxn id="124" idx="0"/>
          </p:cNvCxnSpPr>
          <p:nvPr/>
        </p:nvCxnSpPr>
        <p:spPr>
          <a:xfrm>
            <a:off x="7958705" y="4274640"/>
            <a:ext cx="1" cy="16972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流程图: 决策 140">
            <a:extLst>
              <a:ext uri="{FF2B5EF4-FFF2-40B4-BE49-F238E27FC236}">
                <a16:creationId xmlns:a16="http://schemas.microsoft.com/office/drawing/2014/main" id="{CA910D46-A284-3A2D-6662-74AC4C8A686F}"/>
              </a:ext>
            </a:extLst>
          </p:cNvPr>
          <p:cNvSpPr/>
          <p:nvPr/>
        </p:nvSpPr>
        <p:spPr>
          <a:xfrm>
            <a:off x="830189" y="5881977"/>
            <a:ext cx="1624264" cy="971550"/>
          </a:xfrm>
          <a:prstGeom prst="flowChartDecis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排期</a:t>
            </a:r>
            <a:endParaRPr lang="en-US" altLang="zh-CN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5E6622C5-1EB6-0EE1-1E9F-B9265FD85F68}"/>
              </a:ext>
            </a:extLst>
          </p:cNvPr>
          <p:cNvCxnSpPr>
            <a:cxnSpLocks/>
            <a:stCxn id="133" idx="2"/>
            <a:endCxn id="141" idx="0"/>
          </p:cNvCxnSpPr>
          <p:nvPr/>
        </p:nvCxnSpPr>
        <p:spPr>
          <a:xfrm>
            <a:off x="1642321" y="4184770"/>
            <a:ext cx="0" cy="169720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连接符: 肘形 142">
            <a:extLst>
              <a:ext uri="{FF2B5EF4-FFF2-40B4-BE49-F238E27FC236}">
                <a16:creationId xmlns:a16="http://schemas.microsoft.com/office/drawing/2014/main" id="{4DAAD36A-55D5-BDC6-BC6D-4E518C82A596}"/>
              </a:ext>
            </a:extLst>
          </p:cNvPr>
          <p:cNvCxnSpPr>
            <a:cxnSpLocks/>
            <a:stCxn id="141" idx="2"/>
          </p:cNvCxnSpPr>
          <p:nvPr/>
        </p:nvCxnSpPr>
        <p:spPr>
          <a:xfrm rot="5400000" flipH="1" flipV="1">
            <a:off x="4494082" y="3848497"/>
            <a:ext cx="153268" cy="5856791"/>
          </a:xfrm>
          <a:prstGeom prst="bentConnector4">
            <a:avLst>
              <a:gd name="adj1" fmla="val -1224608"/>
              <a:gd name="adj2" fmla="val 99046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流程图: 决策 143">
            <a:extLst>
              <a:ext uri="{FF2B5EF4-FFF2-40B4-BE49-F238E27FC236}">
                <a16:creationId xmlns:a16="http://schemas.microsoft.com/office/drawing/2014/main" id="{CCB9CBB2-B5EF-B5FB-D4FB-4F991A27476C}"/>
              </a:ext>
            </a:extLst>
          </p:cNvPr>
          <p:cNvSpPr/>
          <p:nvPr/>
        </p:nvSpPr>
        <p:spPr>
          <a:xfrm>
            <a:off x="7146574" y="8966152"/>
            <a:ext cx="1624264" cy="971550"/>
          </a:xfrm>
          <a:prstGeom prst="flowChartDecis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审稿分配</a:t>
            </a:r>
            <a:endParaRPr lang="en-US" altLang="zh-CN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830D2C69-A059-A80B-CF80-8BE3AD0A0775}"/>
              </a:ext>
            </a:extLst>
          </p:cNvPr>
          <p:cNvSpPr/>
          <p:nvPr/>
        </p:nvSpPr>
        <p:spPr>
          <a:xfrm>
            <a:off x="6991063" y="11088782"/>
            <a:ext cx="1935286" cy="7284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</a:p>
        </p:txBody>
      </p: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95768E51-09A4-CEC5-B585-84CE1C45B9E6}"/>
              </a:ext>
            </a:extLst>
          </p:cNvPr>
          <p:cNvCxnSpPr>
            <a:stCxn id="124" idx="2"/>
            <a:endCxn id="144" idx="0"/>
          </p:cNvCxnSpPr>
          <p:nvPr/>
        </p:nvCxnSpPr>
        <p:spPr>
          <a:xfrm>
            <a:off x="7958706" y="6700259"/>
            <a:ext cx="0" cy="22658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060698FB-1CBA-7F76-54A1-7F311A001D3C}"/>
              </a:ext>
            </a:extLst>
          </p:cNvPr>
          <p:cNvCxnSpPr>
            <a:stCxn id="144" idx="2"/>
            <a:endCxn id="145" idx="0"/>
          </p:cNvCxnSpPr>
          <p:nvPr/>
        </p:nvCxnSpPr>
        <p:spPr>
          <a:xfrm>
            <a:off x="7958706" y="9937702"/>
            <a:ext cx="0" cy="11510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连接符: 肘形 150">
            <a:extLst>
              <a:ext uri="{FF2B5EF4-FFF2-40B4-BE49-F238E27FC236}">
                <a16:creationId xmlns:a16="http://schemas.microsoft.com/office/drawing/2014/main" id="{920D7334-EB19-BFCD-E9EF-25F5A9BF0DCD}"/>
              </a:ext>
            </a:extLst>
          </p:cNvPr>
          <p:cNvCxnSpPr>
            <a:stCxn id="133" idx="1"/>
            <a:endCxn id="144" idx="1"/>
          </p:cNvCxnSpPr>
          <p:nvPr/>
        </p:nvCxnSpPr>
        <p:spPr>
          <a:xfrm rot="10800000" flipH="1" flipV="1">
            <a:off x="674678" y="3820563"/>
            <a:ext cx="6471896" cy="5631363"/>
          </a:xfrm>
          <a:prstGeom prst="bentConnector3">
            <a:avLst>
              <a:gd name="adj1" fmla="val -3532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矩形 170">
            <a:extLst>
              <a:ext uri="{FF2B5EF4-FFF2-40B4-BE49-F238E27FC236}">
                <a16:creationId xmlns:a16="http://schemas.microsoft.com/office/drawing/2014/main" id="{1E076AD9-E849-14DF-10CE-CEB7281F861B}"/>
              </a:ext>
            </a:extLst>
          </p:cNvPr>
          <p:cNvSpPr/>
          <p:nvPr/>
        </p:nvSpPr>
        <p:spPr>
          <a:xfrm>
            <a:off x="13980763" y="11088782"/>
            <a:ext cx="1935286" cy="7284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专家</a:t>
            </a:r>
          </a:p>
        </p:txBody>
      </p:sp>
      <p:sp>
        <p:nvSpPr>
          <p:cNvPr id="172" name="流程图: 决策 171">
            <a:extLst>
              <a:ext uri="{FF2B5EF4-FFF2-40B4-BE49-F238E27FC236}">
                <a16:creationId xmlns:a16="http://schemas.microsoft.com/office/drawing/2014/main" id="{22DA6424-B527-4437-2440-7CA8CF4AEC65}"/>
              </a:ext>
            </a:extLst>
          </p:cNvPr>
          <p:cNvSpPr/>
          <p:nvPr/>
        </p:nvSpPr>
        <p:spPr>
          <a:xfrm>
            <a:off x="14136154" y="7068477"/>
            <a:ext cx="1624264" cy="971550"/>
          </a:xfrm>
          <a:prstGeom prst="flowChartDecis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就职</a:t>
            </a:r>
            <a:endParaRPr lang="en-US" altLang="zh-CN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9DB74DF9-971D-F832-E594-ED4336DBF1E7}"/>
              </a:ext>
            </a:extLst>
          </p:cNvPr>
          <p:cNvCxnSpPr>
            <a:stCxn id="172" idx="2"/>
            <a:endCxn id="171" idx="0"/>
          </p:cNvCxnSpPr>
          <p:nvPr/>
        </p:nvCxnSpPr>
        <p:spPr>
          <a:xfrm>
            <a:off x="14948286" y="8040027"/>
            <a:ext cx="120" cy="3048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流程图: 决策 176">
            <a:extLst>
              <a:ext uri="{FF2B5EF4-FFF2-40B4-BE49-F238E27FC236}">
                <a16:creationId xmlns:a16="http://schemas.microsoft.com/office/drawing/2014/main" id="{254F3EC6-BE8E-D858-697B-E7256D4DE558}"/>
              </a:ext>
            </a:extLst>
          </p:cNvPr>
          <p:cNvSpPr/>
          <p:nvPr/>
        </p:nvSpPr>
        <p:spPr>
          <a:xfrm>
            <a:off x="9980453" y="10967213"/>
            <a:ext cx="1624264" cy="971550"/>
          </a:xfrm>
          <a:prstGeom prst="flowChartDecis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提现</a:t>
            </a:r>
            <a:endParaRPr lang="en-US" altLang="zh-CN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8" name="流程图: 决策 177">
            <a:extLst>
              <a:ext uri="{FF2B5EF4-FFF2-40B4-BE49-F238E27FC236}">
                <a16:creationId xmlns:a16="http://schemas.microsoft.com/office/drawing/2014/main" id="{13C141BA-314C-A22B-44A8-47FAD0587E5B}"/>
              </a:ext>
            </a:extLst>
          </p:cNvPr>
          <p:cNvSpPr/>
          <p:nvPr/>
        </p:nvSpPr>
        <p:spPr>
          <a:xfrm>
            <a:off x="9980453" y="12644301"/>
            <a:ext cx="1624264" cy="971550"/>
          </a:xfrm>
          <a:prstGeom prst="flowChartDecis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评审</a:t>
            </a:r>
            <a:endParaRPr lang="en-US" altLang="zh-CN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B4F8C4F1-2735-C5B8-B120-C33DF5246AB3}"/>
              </a:ext>
            </a:extLst>
          </p:cNvPr>
          <p:cNvCxnSpPr>
            <a:stCxn id="177" idx="3"/>
            <a:endCxn id="171" idx="1"/>
          </p:cNvCxnSpPr>
          <p:nvPr/>
        </p:nvCxnSpPr>
        <p:spPr>
          <a:xfrm>
            <a:off x="11604717" y="11452988"/>
            <a:ext cx="237604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3A1701D9-D291-1852-456F-DE343D20DB52}"/>
              </a:ext>
            </a:extLst>
          </p:cNvPr>
          <p:cNvCxnSpPr>
            <a:stCxn id="177" idx="1"/>
            <a:endCxn id="145" idx="3"/>
          </p:cNvCxnSpPr>
          <p:nvPr/>
        </p:nvCxnSpPr>
        <p:spPr>
          <a:xfrm flipH="1">
            <a:off x="8926349" y="11452988"/>
            <a:ext cx="10541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连接符: 肘形 184">
            <a:extLst>
              <a:ext uri="{FF2B5EF4-FFF2-40B4-BE49-F238E27FC236}">
                <a16:creationId xmlns:a16="http://schemas.microsoft.com/office/drawing/2014/main" id="{7F85ECD6-E344-28D2-2DC3-5441B81A212C}"/>
              </a:ext>
            </a:extLst>
          </p:cNvPr>
          <p:cNvCxnSpPr>
            <a:stCxn id="145" idx="2"/>
            <a:endCxn id="178" idx="1"/>
          </p:cNvCxnSpPr>
          <p:nvPr/>
        </p:nvCxnSpPr>
        <p:spPr>
          <a:xfrm rot="16200000" flipH="1">
            <a:off x="8313138" y="11462761"/>
            <a:ext cx="1312882" cy="2021747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连接符: 肘形 186">
            <a:extLst>
              <a:ext uri="{FF2B5EF4-FFF2-40B4-BE49-F238E27FC236}">
                <a16:creationId xmlns:a16="http://schemas.microsoft.com/office/drawing/2014/main" id="{BE3326DE-F2B1-0BCC-6CD7-A2FF5D7C9467}"/>
              </a:ext>
            </a:extLst>
          </p:cNvPr>
          <p:cNvCxnSpPr>
            <a:stCxn id="178" idx="3"/>
            <a:endCxn id="171" idx="2"/>
          </p:cNvCxnSpPr>
          <p:nvPr/>
        </p:nvCxnSpPr>
        <p:spPr>
          <a:xfrm flipV="1">
            <a:off x="11604717" y="11817194"/>
            <a:ext cx="3343689" cy="1312882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流程图: 决策 193">
            <a:extLst>
              <a:ext uri="{FF2B5EF4-FFF2-40B4-BE49-F238E27FC236}">
                <a16:creationId xmlns:a16="http://schemas.microsoft.com/office/drawing/2014/main" id="{587C5631-C2AB-995A-C35B-DEC2B344F652}"/>
              </a:ext>
            </a:extLst>
          </p:cNvPr>
          <p:cNvSpPr/>
          <p:nvPr/>
        </p:nvSpPr>
        <p:spPr>
          <a:xfrm>
            <a:off x="10192067" y="7083445"/>
            <a:ext cx="1624264" cy="971550"/>
          </a:xfrm>
          <a:prstGeom prst="flowChartDecis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赞助</a:t>
            </a:r>
            <a:endParaRPr lang="en-US" altLang="zh-CN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5" name="流程图: 决策 194">
            <a:extLst>
              <a:ext uri="{FF2B5EF4-FFF2-40B4-BE49-F238E27FC236}">
                <a16:creationId xmlns:a16="http://schemas.microsoft.com/office/drawing/2014/main" id="{D336A66D-C976-336A-13E7-8A3B9E42E315}"/>
              </a:ext>
            </a:extLst>
          </p:cNvPr>
          <p:cNvSpPr/>
          <p:nvPr/>
        </p:nvSpPr>
        <p:spPr>
          <a:xfrm>
            <a:off x="10192067" y="8244197"/>
            <a:ext cx="1624264" cy="971550"/>
          </a:xfrm>
          <a:prstGeom prst="flowChartDecis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关联</a:t>
            </a:r>
            <a:endParaRPr lang="en-US" altLang="zh-CN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23" name="连接符: 肘形 222">
            <a:extLst>
              <a:ext uri="{FF2B5EF4-FFF2-40B4-BE49-F238E27FC236}">
                <a16:creationId xmlns:a16="http://schemas.microsoft.com/office/drawing/2014/main" id="{E71D0529-54E7-8F8F-1B3F-21F5E83CAE86}"/>
              </a:ext>
            </a:extLst>
          </p:cNvPr>
          <p:cNvCxnSpPr>
            <a:stCxn id="126" idx="3"/>
            <a:endCxn id="172" idx="0"/>
          </p:cNvCxnSpPr>
          <p:nvPr/>
        </p:nvCxnSpPr>
        <p:spPr>
          <a:xfrm>
            <a:off x="14594226" y="3788867"/>
            <a:ext cx="354060" cy="32796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矩形 223">
            <a:extLst>
              <a:ext uri="{FF2B5EF4-FFF2-40B4-BE49-F238E27FC236}">
                <a16:creationId xmlns:a16="http://schemas.microsoft.com/office/drawing/2014/main" id="{017DF818-706B-7C3C-9469-81D0E13F422A}"/>
              </a:ext>
            </a:extLst>
          </p:cNvPr>
          <p:cNvSpPr/>
          <p:nvPr/>
        </p:nvSpPr>
        <p:spPr>
          <a:xfrm>
            <a:off x="12114407" y="7205014"/>
            <a:ext cx="1935286" cy="7284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基金</a:t>
            </a: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5F940774-A4CD-A96E-91D2-6A09DF4E30C5}"/>
              </a:ext>
            </a:extLst>
          </p:cNvPr>
          <p:cNvSpPr/>
          <p:nvPr/>
        </p:nvSpPr>
        <p:spPr>
          <a:xfrm>
            <a:off x="12114407" y="8365766"/>
            <a:ext cx="1935286" cy="7284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关键词</a:t>
            </a:r>
          </a:p>
        </p:txBody>
      </p:sp>
      <p:cxnSp>
        <p:nvCxnSpPr>
          <p:cNvPr id="227" name="连接符: 肘形 226">
            <a:extLst>
              <a:ext uri="{FF2B5EF4-FFF2-40B4-BE49-F238E27FC236}">
                <a16:creationId xmlns:a16="http://schemas.microsoft.com/office/drawing/2014/main" id="{5387FC72-C15F-AE42-D05F-7925538596CE}"/>
              </a:ext>
            </a:extLst>
          </p:cNvPr>
          <p:cNvCxnSpPr>
            <a:cxnSpLocks/>
            <a:stCxn id="194" idx="1"/>
          </p:cNvCxnSpPr>
          <p:nvPr/>
        </p:nvCxnSpPr>
        <p:spPr>
          <a:xfrm rot="10800000">
            <a:off x="8926227" y="6506280"/>
            <a:ext cx="1265841" cy="106294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连接符: 肘形 228">
            <a:extLst>
              <a:ext uri="{FF2B5EF4-FFF2-40B4-BE49-F238E27FC236}">
                <a16:creationId xmlns:a16="http://schemas.microsoft.com/office/drawing/2014/main" id="{9C8C5E16-14A5-B832-C1EC-9096454AE7AF}"/>
              </a:ext>
            </a:extLst>
          </p:cNvPr>
          <p:cNvCxnSpPr>
            <a:cxnSpLocks/>
            <a:stCxn id="195" idx="1"/>
          </p:cNvCxnSpPr>
          <p:nvPr/>
        </p:nvCxnSpPr>
        <p:spPr>
          <a:xfrm rot="10800000">
            <a:off x="8466635" y="6693802"/>
            <a:ext cx="1725432" cy="203617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E6AF63FB-05AA-642D-CD75-66EAF62D37DD}"/>
              </a:ext>
            </a:extLst>
          </p:cNvPr>
          <p:cNvCxnSpPr>
            <a:stCxn id="194" idx="3"/>
            <a:endCxn id="224" idx="1"/>
          </p:cNvCxnSpPr>
          <p:nvPr/>
        </p:nvCxnSpPr>
        <p:spPr>
          <a:xfrm>
            <a:off x="11816331" y="7569220"/>
            <a:ext cx="29807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>
            <a:extLst>
              <a:ext uri="{FF2B5EF4-FFF2-40B4-BE49-F238E27FC236}">
                <a16:creationId xmlns:a16="http://schemas.microsoft.com/office/drawing/2014/main" id="{4118F8D4-ADA4-2AB1-6A70-A9DEB42C8A3F}"/>
              </a:ext>
            </a:extLst>
          </p:cNvPr>
          <p:cNvCxnSpPr>
            <a:stCxn id="195" idx="3"/>
            <a:endCxn id="225" idx="1"/>
          </p:cNvCxnSpPr>
          <p:nvPr/>
        </p:nvCxnSpPr>
        <p:spPr>
          <a:xfrm>
            <a:off x="11816331" y="8729972"/>
            <a:ext cx="29807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椭圆 234">
            <a:extLst>
              <a:ext uri="{FF2B5EF4-FFF2-40B4-BE49-F238E27FC236}">
                <a16:creationId xmlns:a16="http://schemas.microsoft.com/office/drawing/2014/main" id="{13CD940E-1225-6483-8C33-CDEA8091B007}"/>
              </a:ext>
            </a:extLst>
          </p:cNvPr>
          <p:cNvSpPr/>
          <p:nvPr/>
        </p:nvSpPr>
        <p:spPr>
          <a:xfrm>
            <a:off x="3893060" y="832633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作者</a:t>
            </a:r>
            <a:r>
              <a:rPr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37" name="直接连接符 236">
            <a:extLst>
              <a:ext uri="{FF2B5EF4-FFF2-40B4-BE49-F238E27FC236}">
                <a16:creationId xmlns:a16="http://schemas.microsoft.com/office/drawing/2014/main" id="{6058769F-6086-C0DA-5474-C881E593A76A}"/>
              </a:ext>
            </a:extLst>
          </p:cNvPr>
          <p:cNvCxnSpPr>
            <a:cxnSpLocks/>
            <a:stCxn id="235" idx="5"/>
            <a:endCxn id="123" idx="0"/>
          </p:cNvCxnSpPr>
          <p:nvPr/>
        </p:nvCxnSpPr>
        <p:spPr>
          <a:xfrm>
            <a:off x="4661258" y="1293552"/>
            <a:ext cx="3297448" cy="5043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椭圆 240">
            <a:extLst>
              <a:ext uri="{FF2B5EF4-FFF2-40B4-BE49-F238E27FC236}">
                <a16:creationId xmlns:a16="http://schemas.microsoft.com/office/drawing/2014/main" id="{BEA52AC1-CAB5-386B-CE8A-2F57DB493E5B}"/>
              </a:ext>
            </a:extLst>
          </p:cNvPr>
          <p:cNvSpPr/>
          <p:nvPr/>
        </p:nvSpPr>
        <p:spPr>
          <a:xfrm>
            <a:off x="4906675" y="820218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姓名</a:t>
            </a:r>
          </a:p>
        </p:txBody>
      </p:sp>
      <p:cxnSp>
        <p:nvCxnSpPr>
          <p:cNvPr id="243" name="直接连接符 242">
            <a:extLst>
              <a:ext uri="{FF2B5EF4-FFF2-40B4-BE49-F238E27FC236}">
                <a16:creationId xmlns:a16="http://schemas.microsoft.com/office/drawing/2014/main" id="{8CB69ECA-82F0-45FA-DA2C-FA35FC8C8E5E}"/>
              </a:ext>
            </a:extLst>
          </p:cNvPr>
          <p:cNvCxnSpPr>
            <a:cxnSpLocks/>
            <a:stCxn id="241" idx="5"/>
            <a:endCxn id="123" idx="0"/>
          </p:cNvCxnSpPr>
          <p:nvPr/>
        </p:nvCxnSpPr>
        <p:spPr>
          <a:xfrm>
            <a:off x="5674873" y="1281137"/>
            <a:ext cx="2283833" cy="5167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椭圆 243">
            <a:extLst>
              <a:ext uri="{FF2B5EF4-FFF2-40B4-BE49-F238E27FC236}">
                <a16:creationId xmlns:a16="http://schemas.microsoft.com/office/drawing/2014/main" id="{22D04CD8-508E-5F02-B9B5-B09A712A84C2}"/>
              </a:ext>
            </a:extLst>
          </p:cNvPr>
          <p:cNvSpPr/>
          <p:nvPr/>
        </p:nvSpPr>
        <p:spPr>
          <a:xfrm>
            <a:off x="5916502" y="803059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年龄</a:t>
            </a:r>
          </a:p>
        </p:txBody>
      </p:sp>
      <p:cxnSp>
        <p:nvCxnSpPr>
          <p:cNvPr id="246" name="直接连接符 245">
            <a:extLst>
              <a:ext uri="{FF2B5EF4-FFF2-40B4-BE49-F238E27FC236}">
                <a16:creationId xmlns:a16="http://schemas.microsoft.com/office/drawing/2014/main" id="{151C5064-1B41-D522-0BC8-9AF86F4F8388}"/>
              </a:ext>
            </a:extLst>
          </p:cNvPr>
          <p:cNvCxnSpPr>
            <a:cxnSpLocks/>
            <a:stCxn id="244" idx="5"/>
            <a:endCxn id="123" idx="0"/>
          </p:cNvCxnSpPr>
          <p:nvPr/>
        </p:nvCxnSpPr>
        <p:spPr>
          <a:xfrm>
            <a:off x="6684700" y="1263978"/>
            <a:ext cx="1274006" cy="5339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椭圆 263">
            <a:extLst>
              <a:ext uri="{FF2B5EF4-FFF2-40B4-BE49-F238E27FC236}">
                <a16:creationId xmlns:a16="http://schemas.microsoft.com/office/drawing/2014/main" id="{D5660525-9C2A-25E4-1A57-75890A986FD5}"/>
              </a:ext>
            </a:extLst>
          </p:cNvPr>
          <p:cNvSpPr/>
          <p:nvPr/>
        </p:nvSpPr>
        <p:spPr>
          <a:xfrm>
            <a:off x="6926329" y="799522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邮箱</a:t>
            </a:r>
          </a:p>
        </p:txBody>
      </p:sp>
      <p:cxnSp>
        <p:nvCxnSpPr>
          <p:cNvPr id="266" name="直接连接符 265">
            <a:extLst>
              <a:ext uri="{FF2B5EF4-FFF2-40B4-BE49-F238E27FC236}">
                <a16:creationId xmlns:a16="http://schemas.microsoft.com/office/drawing/2014/main" id="{90172AD4-D2F0-469F-DD43-430FAA5EAAFC}"/>
              </a:ext>
            </a:extLst>
          </p:cNvPr>
          <p:cNvCxnSpPr>
            <a:cxnSpLocks/>
            <a:stCxn id="264" idx="5"/>
            <a:endCxn id="123" idx="0"/>
          </p:cNvCxnSpPr>
          <p:nvPr/>
        </p:nvCxnSpPr>
        <p:spPr>
          <a:xfrm>
            <a:off x="7694527" y="1260441"/>
            <a:ext cx="264179" cy="5374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椭圆 270">
            <a:extLst>
              <a:ext uri="{FF2B5EF4-FFF2-40B4-BE49-F238E27FC236}">
                <a16:creationId xmlns:a16="http://schemas.microsoft.com/office/drawing/2014/main" id="{E68678F6-9645-0E56-1538-3FB1EA3DF874}"/>
              </a:ext>
            </a:extLst>
          </p:cNvPr>
          <p:cNvSpPr/>
          <p:nvPr/>
        </p:nvSpPr>
        <p:spPr>
          <a:xfrm>
            <a:off x="9236120" y="2859769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密码</a:t>
            </a:r>
          </a:p>
        </p:txBody>
      </p:sp>
      <p:cxnSp>
        <p:nvCxnSpPr>
          <p:cNvPr id="288" name="直接连接符 287">
            <a:extLst>
              <a:ext uri="{FF2B5EF4-FFF2-40B4-BE49-F238E27FC236}">
                <a16:creationId xmlns:a16="http://schemas.microsoft.com/office/drawing/2014/main" id="{C1C37A76-5FDF-E1AD-5084-86DCFE429BFC}"/>
              </a:ext>
            </a:extLst>
          </p:cNvPr>
          <p:cNvCxnSpPr>
            <a:cxnSpLocks/>
            <a:stCxn id="271" idx="1"/>
            <a:endCxn id="123" idx="2"/>
          </p:cNvCxnSpPr>
          <p:nvPr/>
        </p:nvCxnSpPr>
        <p:spPr>
          <a:xfrm flipH="1" flipV="1">
            <a:off x="7958706" y="2526346"/>
            <a:ext cx="1409216" cy="4125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椭圆 299">
            <a:extLst>
              <a:ext uri="{FF2B5EF4-FFF2-40B4-BE49-F238E27FC236}">
                <a16:creationId xmlns:a16="http://schemas.microsoft.com/office/drawing/2014/main" id="{724EAFA9-B682-F59D-290A-F953F7657CD3}"/>
              </a:ext>
            </a:extLst>
          </p:cNvPr>
          <p:cNvSpPr/>
          <p:nvPr/>
        </p:nvSpPr>
        <p:spPr>
          <a:xfrm>
            <a:off x="5839704" y="2870637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学位</a:t>
            </a:r>
          </a:p>
        </p:txBody>
      </p:sp>
      <p:cxnSp>
        <p:nvCxnSpPr>
          <p:cNvPr id="302" name="直接连接符 301">
            <a:extLst>
              <a:ext uri="{FF2B5EF4-FFF2-40B4-BE49-F238E27FC236}">
                <a16:creationId xmlns:a16="http://schemas.microsoft.com/office/drawing/2014/main" id="{8D8FDC0A-609C-4FF1-3DFF-23376B880DA0}"/>
              </a:ext>
            </a:extLst>
          </p:cNvPr>
          <p:cNvCxnSpPr>
            <a:cxnSpLocks/>
            <a:stCxn id="300" idx="7"/>
            <a:endCxn id="123" idx="2"/>
          </p:cNvCxnSpPr>
          <p:nvPr/>
        </p:nvCxnSpPr>
        <p:spPr>
          <a:xfrm flipV="1">
            <a:off x="6607902" y="2526346"/>
            <a:ext cx="1350804" cy="4233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椭圆 302">
            <a:extLst>
              <a:ext uri="{FF2B5EF4-FFF2-40B4-BE49-F238E27FC236}">
                <a16:creationId xmlns:a16="http://schemas.microsoft.com/office/drawing/2014/main" id="{6964DAD0-5967-2D14-74D3-6FA9161C90AD}"/>
              </a:ext>
            </a:extLst>
          </p:cNvPr>
          <p:cNvSpPr/>
          <p:nvPr/>
        </p:nvSpPr>
        <p:spPr>
          <a:xfrm>
            <a:off x="6831053" y="2865603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职称</a:t>
            </a:r>
          </a:p>
        </p:txBody>
      </p:sp>
      <p:cxnSp>
        <p:nvCxnSpPr>
          <p:cNvPr id="305" name="直接连接符 304">
            <a:extLst>
              <a:ext uri="{FF2B5EF4-FFF2-40B4-BE49-F238E27FC236}">
                <a16:creationId xmlns:a16="http://schemas.microsoft.com/office/drawing/2014/main" id="{00C7457A-C9B5-41F8-B495-0114A31BE997}"/>
              </a:ext>
            </a:extLst>
          </p:cNvPr>
          <p:cNvCxnSpPr>
            <a:cxnSpLocks/>
            <a:stCxn id="303" idx="7"/>
            <a:endCxn id="123" idx="2"/>
          </p:cNvCxnSpPr>
          <p:nvPr/>
        </p:nvCxnSpPr>
        <p:spPr>
          <a:xfrm flipV="1">
            <a:off x="7599251" y="2526346"/>
            <a:ext cx="359455" cy="4183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椭圆 305">
            <a:extLst>
              <a:ext uri="{FF2B5EF4-FFF2-40B4-BE49-F238E27FC236}">
                <a16:creationId xmlns:a16="http://schemas.microsoft.com/office/drawing/2014/main" id="{9331E46A-D5EB-2634-66FA-3D8B09BBA127}"/>
              </a:ext>
            </a:extLst>
          </p:cNvPr>
          <p:cNvSpPr/>
          <p:nvPr/>
        </p:nvSpPr>
        <p:spPr>
          <a:xfrm>
            <a:off x="8224633" y="2867223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籍贯</a:t>
            </a:r>
          </a:p>
        </p:txBody>
      </p:sp>
      <p:cxnSp>
        <p:nvCxnSpPr>
          <p:cNvPr id="313" name="直接连接符 312">
            <a:extLst>
              <a:ext uri="{FF2B5EF4-FFF2-40B4-BE49-F238E27FC236}">
                <a16:creationId xmlns:a16="http://schemas.microsoft.com/office/drawing/2014/main" id="{0A0E2D25-1598-828E-0EB6-66E9571F8274}"/>
              </a:ext>
            </a:extLst>
          </p:cNvPr>
          <p:cNvCxnSpPr>
            <a:cxnSpLocks/>
            <a:stCxn id="123" idx="2"/>
            <a:endCxn id="306" idx="1"/>
          </p:cNvCxnSpPr>
          <p:nvPr/>
        </p:nvCxnSpPr>
        <p:spPr>
          <a:xfrm>
            <a:off x="7958706" y="2526346"/>
            <a:ext cx="397729" cy="4199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椭圆 313">
            <a:extLst>
              <a:ext uri="{FF2B5EF4-FFF2-40B4-BE49-F238E27FC236}">
                <a16:creationId xmlns:a16="http://schemas.microsoft.com/office/drawing/2014/main" id="{FF6D772E-FD13-A843-5D4F-3A1D33FF41C3}"/>
              </a:ext>
            </a:extLst>
          </p:cNvPr>
          <p:cNvSpPr/>
          <p:nvPr/>
        </p:nvSpPr>
        <p:spPr>
          <a:xfrm>
            <a:off x="8091083" y="832633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研究方向</a:t>
            </a:r>
          </a:p>
        </p:txBody>
      </p:sp>
      <p:sp>
        <p:nvSpPr>
          <p:cNvPr id="315" name="椭圆 314">
            <a:extLst>
              <a:ext uri="{FF2B5EF4-FFF2-40B4-BE49-F238E27FC236}">
                <a16:creationId xmlns:a16="http://schemas.microsoft.com/office/drawing/2014/main" id="{37B93526-8AE9-41F7-1209-A7F31FC1F3B4}"/>
              </a:ext>
            </a:extLst>
          </p:cNvPr>
          <p:cNvSpPr/>
          <p:nvPr/>
        </p:nvSpPr>
        <p:spPr>
          <a:xfrm>
            <a:off x="9123460" y="820218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个人简介</a:t>
            </a:r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F3653161-53C3-DA4D-279C-005CD193941F}"/>
              </a:ext>
            </a:extLst>
          </p:cNvPr>
          <p:cNvSpPr/>
          <p:nvPr/>
        </p:nvSpPr>
        <p:spPr>
          <a:xfrm>
            <a:off x="10145742" y="835111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手机号码</a:t>
            </a:r>
          </a:p>
        </p:txBody>
      </p:sp>
      <p:cxnSp>
        <p:nvCxnSpPr>
          <p:cNvPr id="322" name="直接连接符 321">
            <a:extLst>
              <a:ext uri="{FF2B5EF4-FFF2-40B4-BE49-F238E27FC236}">
                <a16:creationId xmlns:a16="http://schemas.microsoft.com/office/drawing/2014/main" id="{B85C8839-F1C6-C6B0-5AF0-3B26DB44486B}"/>
              </a:ext>
            </a:extLst>
          </p:cNvPr>
          <p:cNvCxnSpPr>
            <a:cxnSpLocks/>
            <a:stCxn id="314" idx="3"/>
            <a:endCxn id="123" idx="0"/>
          </p:cNvCxnSpPr>
          <p:nvPr/>
        </p:nvCxnSpPr>
        <p:spPr>
          <a:xfrm flipH="1">
            <a:off x="7958706" y="1293552"/>
            <a:ext cx="264179" cy="5043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直接连接符 323">
            <a:extLst>
              <a:ext uri="{FF2B5EF4-FFF2-40B4-BE49-F238E27FC236}">
                <a16:creationId xmlns:a16="http://schemas.microsoft.com/office/drawing/2014/main" id="{08D122CE-22A0-82F4-C91C-F415A51C0E93}"/>
              </a:ext>
            </a:extLst>
          </p:cNvPr>
          <p:cNvCxnSpPr>
            <a:cxnSpLocks/>
            <a:stCxn id="315" idx="3"/>
            <a:endCxn id="123" idx="0"/>
          </p:cNvCxnSpPr>
          <p:nvPr/>
        </p:nvCxnSpPr>
        <p:spPr>
          <a:xfrm flipH="1">
            <a:off x="7958706" y="1281137"/>
            <a:ext cx="1296556" cy="5167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直接连接符 326">
            <a:extLst>
              <a:ext uri="{FF2B5EF4-FFF2-40B4-BE49-F238E27FC236}">
                <a16:creationId xmlns:a16="http://schemas.microsoft.com/office/drawing/2014/main" id="{E3C411E9-8754-8CF5-6B51-FA8B07270A3F}"/>
              </a:ext>
            </a:extLst>
          </p:cNvPr>
          <p:cNvCxnSpPr>
            <a:cxnSpLocks/>
            <a:stCxn id="123" idx="0"/>
            <a:endCxn id="320" idx="3"/>
          </p:cNvCxnSpPr>
          <p:nvPr/>
        </p:nvCxnSpPr>
        <p:spPr>
          <a:xfrm flipV="1">
            <a:off x="7958706" y="1296030"/>
            <a:ext cx="2318838" cy="5019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椭圆 336">
            <a:extLst>
              <a:ext uri="{FF2B5EF4-FFF2-40B4-BE49-F238E27FC236}">
                <a16:creationId xmlns:a16="http://schemas.microsoft.com/office/drawing/2014/main" id="{EFBAF5F6-1628-2970-45E5-243C0794E71D}"/>
              </a:ext>
            </a:extLst>
          </p:cNvPr>
          <p:cNvSpPr/>
          <p:nvPr/>
        </p:nvSpPr>
        <p:spPr>
          <a:xfrm>
            <a:off x="5839752" y="3523452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版面费</a:t>
            </a:r>
          </a:p>
        </p:txBody>
      </p:sp>
      <p:cxnSp>
        <p:nvCxnSpPr>
          <p:cNvPr id="339" name="直接连接符 338">
            <a:extLst>
              <a:ext uri="{FF2B5EF4-FFF2-40B4-BE49-F238E27FC236}">
                <a16:creationId xmlns:a16="http://schemas.microsoft.com/office/drawing/2014/main" id="{B76C3B01-DBE8-BF16-50F3-8C0E63FC195C}"/>
              </a:ext>
            </a:extLst>
          </p:cNvPr>
          <p:cNvCxnSpPr>
            <a:cxnSpLocks/>
            <a:stCxn id="337" idx="6"/>
            <a:endCxn id="138" idx="1"/>
          </p:cNvCxnSpPr>
          <p:nvPr/>
        </p:nvCxnSpPr>
        <p:spPr>
          <a:xfrm flipV="1">
            <a:off x="6739752" y="3788865"/>
            <a:ext cx="406821" cy="4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椭圆 339">
            <a:extLst>
              <a:ext uri="{FF2B5EF4-FFF2-40B4-BE49-F238E27FC236}">
                <a16:creationId xmlns:a16="http://schemas.microsoft.com/office/drawing/2014/main" id="{C01C974F-61B2-A0FC-6156-096031FADEC9}"/>
              </a:ext>
            </a:extLst>
          </p:cNvPr>
          <p:cNvSpPr/>
          <p:nvPr/>
        </p:nvSpPr>
        <p:spPr>
          <a:xfrm>
            <a:off x="12543885" y="2766287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单位</a:t>
            </a:r>
            <a:r>
              <a:rPr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1" name="椭圆 340">
            <a:extLst>
              <a:ext uri="{FF2B5EF4-FFF2-40B4-BE49-F238E27FC236}">
                <a16:creationId xmlns:a16="http://schemas.microsoft.com/office/drawing/2014/main" id="{34F825C0-C7EF-7F37-DE1D-C31101D30C90}"/>
              </a:ext>
            </a:extLst>
          </p:cNvPr>
          <p:cNvSpPr/>
          <p:nvPr/>
        </p:nvSpPr>
        <p:spPr>
          <a:xfrm>
            <a:off x="13823878" y="2738076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名称</a:t>
            </a:r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34847AEE-D4B0-640B-69BB-0AD4FDE60A27}"/>
              </a:ext>
            </a:extLst>
          </p:cNvPr>
          <p:cNvSpPr/>
          <p:nvPr/>
        </p:nvSpPr>
        <p:spPr>
          <a:xfrm>
            <a:off x="12523480" y="4403038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城市</a:t>
            </a:r>
          </a:p>
        </p:txBody>
      </p:sp>
      <p:sp>
        <p:nvSpPr>
          <p:cNvPr id="343" name="椭圆 342">
            <a:extLst>
              <a:ext uri="{FF2B5EF4-FFF2-40B4-BE49-F238E27FC236}">
                <a16:creationId xmlns:a16="http://schemas.microsoft.com/office/drawing/2014/main" id="{DC7DF736-172D-A2F4-67A3-4BF6A3FB85CF}"/>
              </a:ext>
            </a:extLst>
          </p:cNvPr>
          <p:cNvSpPr/>
          <p:nvPr/>
        </p:nvSpPr>
        <p:spPr>
          <a:xfrm>
            <a:off x="13823878" y="4403038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邮编</a:t>
            </a:r>
          </a:p>
        </p:txBody>
      </p:sp>
      <p:cxnSp>
        <p:nvCxnSpPr>
          <p:cNvPr id="345" name="直接连接符 344">
            <a:extLst>
              <a:ext uri="{FF2B5EF4-FFF2-40B4-BE49-F238E27FC236}">
                <a16:creationId xmlns:a16="http://schemas.microsoft.com/office/drawing/2014/main" id="{0B129E5D-BD7D-6C08-1142-BCADCFBADDF6}"/>
              </a:ext>
            </a:extLst>
          </p:cNvPr>
          <p:cNvCxnSpPr>
            <a:stCxn id="343" idx="1"/>
            <a:endCxn id="126" idx="2"/>
          </p:cNvCxnSpPr>
          <p:nvPr/>
        </p:nvCxnSpPr>
        <p:spPr>
          <a:xfrm flipH="1" flipV="1">
            <a:off x="13626583" y="4153073"/>
            <a:ext cx="329097" cy="3290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直接连接符 346">
            <a:extLst>
              <a:ext uri="{FF2B5EF4-FFF2-40B4-BE49-F238E27FC236}">
                <a16:creationId xmlns:a16="http://schemas.microsoft.com/office/drawing/2014/main" id="{EA2FA48E-517A-C3DD-B9AB-000D8692A7F6}"/>
              </a:ext>
            </a:extLst>
          </p:cNvPr>
          <p:cNvCxnSpPr>
            <a:cxnSpLocks/>
            <a:stCxn id="340" idx="5"/>
            <a:endCxn id="126" idx="0"/>
          </p:cNvCxnSpPr>
          <p:nvPr/>
        </p:nvCxnSpPr>
        <p:spPr>
          <a:xfrm>
            <a:off x="13312083" y="3227206"/>
            <a:ext cx="314500" cy="1974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直接连接符 348">
            <a:extLst>
              <a:ext uri="{FF2B5EF4-FFF2-40B4-BE49-F238E27FC236}">
                <a16:creationId xmlns:a16="http://schemas.microsoft.com/office/drawing/2014/main" id="{0BDDF28E-B1BC-2C82-4C96-A1ED9BF7A372}"/>
              </a:ext>
            </a:extLst>
          </p:cNvPr>
          <p:cNvCxnSpPr>
            <a:cxnSpLocks/>
            <a:stCxn id="341" idx="3"/>
            <a:endCxn id="126" idx="0"/>
          </p:cNvCxnSpPr>
          <p:nvPr/>
        </p:nvCxnSpPr>
        <p:spPr>
          <a:xfrm flipH="1">
            <a:off x="13626583" y="3198995"/>
            <a:ext cx="329097" cy="2256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直接连接符 351">
            <a:extLst>
              <a:ext uri="{FF2B5EF4-FFF2-40B4-BE49-F238E27FC236}">
                <a16:creationId xmlns:a16="http://schemas.microsoft.com/office/drawing/2014/main" id="{554807A3-68E2-D61B-8B92-6AE1E0314106}"/>
              </a:ext>
            </a:extLst>
          </p:cNvPr>
          <p:cNvCxnSpPr>
            <a:cxnSpLocks/>
            <a:stCxn id="342" idx="7"/>
            <a:endCxn id="126" idx="2"/>
          </p:cNvCxnSpPr>
          <p:nvPr/>
        </p:nvCxnSpPr>
        <p:spPr>
          <a:xfrm flipV="1">
            <a:off x="13291678" y="4153073"/>
            <a:ext cx="334905" cy="3290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椭圆 355">
            <a:extLst>
              <a:ext uri="{FF2B5EF4-FFF2-40B4-BE49-F238E27FC236}">
                <a16:creationId xmlns:a16="http://schemas.microsoft.com/office/drawing/2014/main" id="{9F53E0BA-BB08-61DB-2F6B-A0577D49FC7E}"/>
              </a:ext>
            </a:extLst>
          </p:cNvPr>
          <p:cNvSpPr/>
          <p:nvPr/>
        </p:nvSpPr>
        <p:spPr>
          <a:xfrm>
            <a:off x="9613565" y="3516189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作者类型</a:t>
            </a:r>
          </a:p>
        </p:txBody>
      </p:sp>
      <p:cxnSp>
        <p:nvCxnSpPr>
          <p:cNvPr id="375" name="直接连接符 374">
            <a:extLst>
              <a:ext uri="{FF2B5EF4-FFF2-40B4-BE49-F238E27FC236}">
                <a16:creationId xmlns:a16="http://schemas.microsoft.com/office/drawing/2014/main" id="{6122E7ED-FAA3-FFB9-8756-A226897A3E2A}"/>
              </a:ext>
            </a:extLst>
          </p:cNvPr>
          <p:cNvCxnSpPr>
            <a:stCxn id="125" idx="1"/>
            <a:endCxn id="356" idx="6"/>
          </p:cNvCxnSpPr>
          <p:nvPr/>
        </p:nvCxnSpPr>
        <p:spPr>
          <a:xfrm flipH="1">
            <a:off x="10513565" y="3783260"/>
            <a:ext cx="385651" cy="29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椭圆 377">
            <a:extLst>
              <a:ext uri="{FF2B5EF4-FFF2-40B4-BE49-F238E27FC236}">
                <a16:creationId xmlns:a16="http://schemas.microsoft.com/office/drawing/2014/main" id="{2BFF3EAB-C844-510E-ECB3-E8931B46E480}"/>
              </a:ext>
            </a:extLst>
          </p:cNvPr>
          <p:cNvSpPr/>
          <p:nvPr/>
        </p:nvSpPr>
        <p:spPr>
          <a:xfrm>
            <a:off x="4634246" y="3213873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截止时间</a:t>
            </a:r>
          </a:p>
        </p:txBody>
      </p:sp>
      <p:sp>
        <p:nvSpPr>
          <p:cNvPr id="379" name="椭圆 378">
            <a:extLst>
              <a:ext uri="{FF2B5EF4-FFF2-40B4-BE49-F238E27FC236}">
                <a16:creationId xmlns:a16="http://schemas.microsoft.com/office/drawing/2014/main" id="{E82E3FA4-1878-95C1-BFD0-16E8ED8FAE1D}"/>
              </a:ext>
            </a:extLst>
          </p:cNvPr>
          <p:cNvSpPr/>
          <p:nvPr/>
        </p:nvSpPr>
        <p:spPr>
          <a:xfrm>
            <a:off x="4638648" y="3883320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通知类型</a:t>
            </a:r>
          </a:p>
        </p:txBody>
      </p: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50A47F9F-F27D-1EFD-6521-34A8227268C9}"/>
              </a:ext>
            </a:extLst>
          </p:cNvPr>
          <p:cNvCxnSpPr>
            <a:stCxn id="378" idx="3"/>
            <a:endCxn id="130" idx="3"/>
          </p:cNvCxnSpPr>
          <p:nvPr/>
        </p:nvCxnSpPr>
        <p:spPr>
          <a:xfrm flipH="1">
            <a:off x="4562538" y="3674792"/>
            <a:ext cx="203510" cy="1457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直接连接符 383">
            <a:extLst>
              <a:ext uri="{FF2B5EF4-FFF2-40B4-BE49-F238E27FC236}">
                <a16:creationId xmlns:a16="http://schemas.microsoft.com/office/drawing/2014/main" id="{E5874589-24E5-796E-F35B-43C8E9D398AF}"/>
              </a:ext>
            </a:extLst>
          </p:cNvPr>
          <p:cNvCxnSpPr>
            <a:cxnSpLocks/>
            <a:stCxn id="130" idx="3"/>
            <a:endCxn id="379" idx="1"/>
          </p:cNvCxnSpPr>
          <p:nvPr/>
        </p:nvCxnSpPr>
        <p:spPr>
          <a:xfrm>
            <a:off x="4562538" y="3820566"/>
            <a:ext cx="207912" cy="14183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0" name="椭圆 389">
            <a:extLst>
              <a:ext uri="{FF2B5EF4-FFF2-40B4-BE49-F238E27FC236}">
                <a16:creationId xmlns:a16="http://schemas.microsoft.com/office/drawing/2014/main" id="{C757963E-7C76-4B89-BFFA-5E0250657FD4}"/>
              </a:ext>
            </a:extLst>
          </p:cNvPr>
          <p:cNvSpPr/>
          <p:nvPr/>
        </p:nvSpPr>
        <p:spPr>
          <a:xfrm>
            <a:off x="640795" y="2681813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编辑</a:t>
            </a:r>
            <a:r>
              <a:rPr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1" name="椭圆 390">
            <a:extLst>
              <a:ext uri="{FF2B5EF4-FFF2-40B4-BE49-F238E27FC236}">
                <a16:creationId xmlns:a16="http://schemas.microsoft.com/office/drawing/2014/main" id="{FE030D88-624C-73CD-2B5F-67558C322F9D}"/>
              </a:ext>
            </a:extLst>
          </p:cNvPr>
          <p:cNvSpPr/>
          <p:nvPr/>
        </p:nvSpPr>
        <p:spPr>
          <a:xfrm>
            <a:off x="1761768" y="2647762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姓名</a:t>
            </a:r>
          </a:p>
        </p:txBody>
      </p:sp>
      <p:sp>
        <p:nvSpPr>
          <p:cNvPr id="392" name="椭圆 391">
            <a:extLst>
              <a:ext uri="{FF2B5EF4-FFF2-40B4-BE49-F238E27FC236}">
                <a16:creationId xmlns:a16="http://schemas.microsoft.com/office/drawing/2014/main" id="{DCBA9844-B0B1-5065-ABBA-FC7B35A583D5}"/>
              </a:ext>
            </a:extLst>
          </p:cNvPr>
          <p:cNvSpPr/>
          <p:nvPr/>
        </p:nvSpPr>
        <p:spPr>
          <a:xfrm>
            <a:off x="593335" y="4445343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邮箱</a:t>
            </a:r>
          </a:p>
        </p:txBody>
      </p:sp>
      <p:sp>
        <p:nvSpPr>
          <p:cNvPr id="393" name="椭圆 392">
            <a:extLst>
              <a:ext uri="{FF2B5EF4-FFF2-40B4-BE49-F238E27FC236}">
                <a16:creationId xmlns:a16="http://schemas.microsoft.com/office/drawing/2014/main" id="{ADED49C2-651F-F4C8-5DF0-0AE95DCF0B1D}"/>
              </a:ext>
            </a:extLst>
          </p:cNvPr>
          <p:cNvSpPr/>
          <p:nvPr/>
        </p:nvSpPr>
        <p:spPr>
          <a:xfrm>
            <a:off x="1785477" y="4423320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密码</a:t>
            </a:r>
          </a:p>
        </p:txBody>
      </p:sp>
      <p:cxnSp>
        <p:nvCxnSpPr>
          <p:cNvPr id="395" name="直接连接符 394">
            <a:extLst>
              <a:ext uri="{FF2B5EF4-FFF2-40B4-BE49-F238E27FC236}">
                <a16:creationId xmlns:a16="http://schemas.microsoft.com/office/drawing/2014/main" id="{EA7DA7C9-4B19-9AF9-0E11-780B9CE1CB00}"/>
              </a:ext>
            </a:extLst>
          </p:cNvPr>
          <p:cNvCxnSpPr>
            <a:cxnSpLocks/>
            <a:stCxn id="390" idx="5"/>
            <a:endCxn id="133" idx="0"/>
          </p:cNvCxnSpPr>
          <p:nvPr/>
        </p:nvCxnSpPr>
        <p:spPr>
          <a:xfrm>
            <a:off x="1408993" y="3142732"/>
            <a:ext cx="233328" cy="313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直接连接符 396">
            <a:extLst>
              <a:ext uri="{FF2B5EF4-FFF2-40B4-BE49-F238E27FC236}">
                <a16:creationId xmlns:a16="http://schemas.microsoft.com/office/drawing/2014/main" id="{6B9775D1-A288-6E76-F57E-9A0A33126DBF}"/>
              </a:ext>
            </a:extLst>
          </p:cNvPr>
          <p:cNvCxnSpPr>
            <a:cxnSpLocks/>
            <a:stCxn id="391" idx="3"/>
            <a:endCxn id="133" idx="0"/>
          </p:cNvCxnSpPr>
          <p:nvPr/>
        </p:nvCxnSpPr>
        <p:spPr>
          <a:xfrm flipH="1">
            <a:off x="1642321" y="3108681"/>
            <a:ext cx="251249" cy="34767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直接连接符 398">
            <a:extLst>
              <a:ext uri="{FF2B5EF4-FFF2-40B4-BE49-F238E27FC236}">
                <a16:creationId xmlns:a16="http://schemas.microsoft.com/office/drawing/2014/main" id="{F9E52D47-496D-A524-22D3-FE108C65F0E7}"/>
              </a:ext>
            </a:extLst>
          </p:cNvPr>
          <p:cNvCxnSpPr>
            <a:cxnSpLocks/>
            <a:stCxn id="392" idx="7"/>
            <a:endCxn id="133" idx="2"/>
          </p:cNvCxnSpPr>
          <p:nvPr/>
        </p:nvCxnSpPr>
        <p:spPr>
          <a:xfrm flipV="1">
            <a:off x="1361533" y="4184770"/>
            <a:ext cx="280788" cy="339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A95902C8-4D60-6150-5514-5FCD91F37031}"/>
              </a:ext>
            </a:extLst>
          </p:cNvPr>
          <p:cNvCxnSpPr>
            <a:cxnSpLocks/>
            <a:stCxn id="133" idx="2"/>
            <a:endCxn id="393" idx="1"/>
          </p:cNvCxnSpPr>
          <p:nvPr/>
        </p:nvCxnSpPr>
        <p:spPr>
          <a:xfrm>
            <a:off x="1642321" y="4184770"/>
            <a:ext cx="274958" cy="3176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7" name="椭圆 406">
            <a:extLst>
              <a:ext uri="{FF2B5EF4-FFF2-40B4-BE49-F238E27FC236}">
                <a16:creationId xmlns:a16="http://schemas.microsoft.com/office/drawing/2014/main" id="{6B6C2E4E-C6B3-DFD7-32F6-3BDB07460650}"/>
              </a:ext>
            </a:extLst>
          </p:cNvPr>
          <p:cNvSpPr/>
          <p:nvPr/>
        </p:nvSpPr>
        <p:spPr>
          <a:xfrm>
            <a:off x="2664483" y="5476187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卷号</a:t>
            </a:r>
          </a:p>
        </p:txBody>
      </p:sp>
      <p:sp>
        <p:nvSpPr>
          <p:cNvPr id="408" name="椭圆 407">
            <a:extLst>
              <a:ext uri="{FF2B5EF4-FFF2-40B4-BE49-F238E27FC236}">
                <a16:creationId xmlns:a16="http://schemas.microsoft.com/office/drawing/2014/main" id="{52E4C79F-6D7D-4FF4-C1B4-C598C4010298}"/>
              </a:ext>
            </a:extLst>
          </p:cNvPr>
          <p:cNvSpPr/>
          <p:nvPr/>
        </p:nvSpPr>
        <p:spPr>
          <a:xfrm>
            <a:off x="2652429" y="6097752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期号</a:t>
            </a:r>
          </a:p>
        </p:txBody>
      </p:sp>
      <p:sp>
        <p:nvSpPr>
          <p:cNvPr id="409" name="椭圆 408">
            <a:extLst>
              <a:ext uri="{FF2B5EF4-FFF2-40B4-BE49-F238E27FC236}">
                <a16:creationId xmlns:a16="http://schemas.microsoft.com/office/drawing/2014/main" id="{9AA33E4C-B81B-65DC-CCF0-5CEBE7C0D7F8}"/>
              </a:ext>
            </a:extLst>
          </p:cNvPr>
          <p:cNvSpPr/>
          <p:nvPr/>
        </p:nvSpPr>
        <p:spPr>
          <a:xfrm>
            <a:off x="2642622" y="6739824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页码</a:t>
            </a:r>
          </a:p>
        </p:txBody>
      </p: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054480C0-962A-AB2F-16A9-8E1CD8C89E90}"/>
              </a:ext>
            </a:extLst>
          </p:cNvPr>
          <p:cNvCxnSpPr>
            <a:stCxn id="407" idx="3"/>
            <a:endCxn id="141" idx="3"/>
          </p:cNvCxnSpPr>
          <p:nvPr/>
        </p:nvCxnSpPr>
        <p:spPr>
          <a:xfrm flipH="1">
            <a:off x="2454453" y="5937106"/>
            <a:ext cx="341832" cy="4306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直接连接符 412">
            <a:extLst>
              <a:ext uri="{FF2B5EF4-FFF2-40B4-BE49-F238E27FC236}">
                <a16:creationId xmlns:a16="http://schemas.microsoft.com/office/drawing/2014/main" id="{E4FCA5CF-D389-E6D1-D50F-3361EFA08718}"/>
              </a:ext>
            </a:extLst>
          </p:cNvPr>
          <p:cNvCxnSpPr>
            <a:stCxn id="408" idx="2"/>
            <a:endCxn id="141" idx="3"/>
          </p:cNvCxnSpPr>
          <p:nvPr/>
        </p:nvCxnSpPr>
        <p:spPr>
          <a:xfrm flipH="1">
            <a:off x="2454453" y="6367752"/>
            <a:ext cx="19797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5" name="直接连接符 414">
            <a:extLst>
              <a:ext uri="{FF2B5EF4-FFF2-40B4-BE49-F238E27FC236}">
                <a16:creationId xmlns:a16="http://schemas.microsoft.com/office/drawing/2014/main" id="{4C215A7B-9300-D795-05FC-C3312374BAD5}"/>
              </a:ext>
            </a:extLst>
          </p:cNvPr>
          <p:cNvCxnSpPr>
            <a:cxnSpLocks/>
            <a:stCxn id="409" idx="1"/>
            <a:endCxn id="141" idx="3"/>
          </p:cNvCxnSpPr>
          <p:nvPr/>
        </p:nvCxnSpPr>
        <p:spPr>
          <a:xfrm flipH="1" flipV="1">
            <a:off x="2454453" y="6367752"/>
            <a:ext cx="319971" cy="4511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" name="椭圆 418">
            <a:extLst>
              <a:ext uri="{FF2B5EF4-FFF2-40B4-BE49-F238E27FC236}">
                <a16:creationId xmlns:a16="http://schemas.microsoft.com/office/drawing/2014/main" id="{E4699206-E2B9-F2AD-4954-C6382441266C}"/>
              </a:ext>
            </a:extLst>
          </p:cNvPr>
          <p:cNvSpPr/>
          <p:nvPr/>
        </p:nvSpPr>
        <p:spPr>
          <a:xfrm>
            <a:off x="3987761" y="5074997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论文</a:t>
            </a:r>
            <a:r>
              <a:rPr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0" name="椭圆 419">
            <a:extLst>
              <a:ext uri="{FF2B5EF4-FFF2-40B4-BE49-F238E27FC236}">
                <a16:creationId xmlns:a16="http://schemas.microsoft.com/office/drawing/2014/main" id="{00329E36-CCA2-A3DF-7860-DE45783DE03E}"/>
              </a:ext>
            </a:extLst>
          </p:cNvPr>
          <p:cNvSpPr/>
          <p:nvPr/>
        </p:nvSpPr>
        <p:spPr>
          <a:xfrm>
            <a:off x="5938665" y="5049378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中文摘要</a:t>
            </a:r>
          </a:p>
        </p:txBody>
      </p:sp>
      <p:sp>
        <p:nvSpPr>
          <p:cNvPr id="421" name="椭圆 420">
            <a:extLst>
              <a:ext uri="{FF2B5EF4-FFF2-40B4-BE49-F238E27FC236}">
                <a16:creationId xmlns:a16="http://schemas.microsoft.com/office/drawing/2014/main" id="{95E2C065-D1B9-CB41-A610-00FF56B7121B}"/>
              </a:ext>
            </a:extLst>
          </p:cNvPr>
          <p:cNvSpPr/>
          <p:nvPr/>
        </p:nvSpPr>
        <p:spPr>
          <a:xfrm>
            <a:off x="4965532" y="5051196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中文题目</a:t>
            </a:r>
          </a:p>
        </p:txBody>
      </p:sp>
      <p:sp>
        <p:nvSpPr>
          <p:cNvPr id="422" name="椭圆 421">
            <a:extLst>
              <a:ext uri="{FF2B5EF4-FFF2-40B4-BE49-F238E27FC236}">
                <a16:creationId xmlns:a16="http://schemas.microsoft.com/office/drawing/2014/main" id="{26694DFD-CC5D-C05C-50D5-EDED0E134249}"/>
              </a:ext>
            </a:extLst>
          </p:cNvPr>
          <p:cNvSpPr/>
          <p:nvPr/>
        </p:nvSpPr>
        <p:spPr>
          <a:xfrm>
            <a:off x="6914878" y="5047459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英文题目</a:t>
            </a:r>
          </a:p>
        </p:txBody>
      </p:sp>
      <p:sp>
        <p:nvSpPr>
          <p:cNvPr id="423" name="椭圆 422">
            <a:extLst>
              <a:ext uri="{FF2B5EF4-FFF2-40B4-BE49-F238E27FC236}">
                <a16:creationId xmlns:a16="http://schemas.microsoft.com/office/drawing/2014/main" id="{881E7365-7BA1-554A-28B7-D75741F8790A}"/>
              </a:ext>
            </a:extLst>
          </p:cNvPr>
          <p:cNvSpPr/>
          <p:nvPr/>
        </p:nvSpPr>
        <p:spPr>
          <a:xfrm>
            <a:off x="8096492" y="5056676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英文摘要</a:t>
            </a:r>
          </a:p>
        </p:txBody>
      </p:sp>
      <p:cxnSp>
        <p:nvCxnSpPr>
          <p:cNvPr id="425" name="直接连接符 424">
            <a:extLst>
              <a:ext uri="{FF2B5EF4-FFF2-40B4-BE49-F238E27FC236}">
                <a16:creationId xmlns:a16="http://schemas.microsoft.com/office/drawing/2014/main" id="{A7E9452B-E2C6-C431-3660-D54FDCC300F1}"/>
              </a:ext>
            </a:extLst>
          </p:cNvPr>
          <p:cNvCxnSpPr>
            <a:cxnSpLocks/>
            <a:stCxn id="419" idx="5"/>
          </p:cNvCxnSpPr>
          <p:nvPr/>
        </p:nvCxnSpPr>
        <p:spPr>
          <a:xfrm>
            <a:off x="4755959" y="5535916"/>
            <a:ext cx="3092655" cy="440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直接连接符 426">
            <a:extLst>
              <a:ext uri="{FF2B5EF4-FFF2-40B4-BE49-F238E27FC236}">
                <a16:creationId xmlns:a16="http://schemas.microsoft.com/office/drawing/2014/main" id="{2D879B4A-F266-5DE3-8324-0C94059B330D}"/>
              </a:ext>
            </a:extLst>
          </p:cNvPr>
          <p:cNvCxnSpPr>
            <a:cxnSpLocks/>
            <a:stCxn id="420" idx="5"/>
            <a:endCxn id="124" idx="0"/>
          </p:cNvCxnSpPr>
          <p:nvPr/>
        </p:nvCxnSpPr>
        <p:spPr>
          <a:xfrm>
            <a:off x="6706863" y="5510297"/>
            <a:ext cx="1251843" cy="461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直接连接符 428">
            <a:extLst>
              <a:ext uri="{FF2B5EF4-FFF2-40B4-BE49-F238E27FC236}">
                <a16:creationId xmlns:a16="http://schemas.microsoft.com/office/drawing/2014/main" id="{A24D8B58-8F09-8AD0-89F9-C9E6212C77A4}"/>
              </a:ext>
            </a:extLst>
          </p:cNvPr>
          <p:cNvCxnSpPr>
            <a:cxnSpLocks/>
            <a:stCxn id="421" idx="5"/>
            <a:endCxn id="124" idx="0"/>
          </p:cNvCxnSpPr>
          <p:nvPr/>
        </p:nvCxnSpPr>
        <p:spPr>
          <a:xfrm>
            <a:off x="5733730" y="5512115"/>
            <a:ext cx="2224976" cy="4597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直接连接符 431">
            <a:extLst>
              <a:ext uri="{FF2B5EF4-FFF2-40B4-BE49-F238E27FC236}">
                <a16:creationId xmlns:a16="http://schemas.microsoft.com/office/drawing/2014/main" id="{CD443C34-14BE-E136-623C-0951F5018A20}"/>
              </a:ext>
            </a:extLst>
          </p:cNvPr>
          <p:cNvCxnSpPr>
            <a:cxnSpLocks/>
            <a:stCxn id="124" idx="0"/>
            <a:endCxn id="422" idx="5"/>
          </p:cNvCxnSpPr>
          <p:nvPr/>
        </p:nvCxnSpPr>
        <p:spPr>
          <a:xfrm flipH="1" flipV="1">
            <a:off x="7683076" y="5508378"/>
            <a:ext cx="275630" cy="4634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直接连接符 433">
            <a:extLst>
              <a:ext uri="{FF2B5EF4-FFF2-40B4-BE49-F238E27FC236}">
                <a16:creationId xmlns:a16="http://schemas.microsoft.com/office/drawing/2014/main" id="{05E1508E-E82C-7700-5073-776ED4702A80}"/>
              </a:ext>
            </a:extLst>
          </p:cNvPr>
          <p:cNvCxnSpPr>
            <a:cxnSpLocks/>
            <a:stCxn id="423" idx="3"/>
            <a:endCxn id="124" idx="0"/>
          </p:cNvCxnSpPr>
          <p:nvPr/>
        </p:nvCxnSpPr>
        <p:spPr>
          <a:xfrm flipH="1">
            <a:off x="7958706" y="5517595"/>
            <a:ext cx="269588" cy="4542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椭圆 434">
            <a:extLst>
              <a:ext uri="{FF2B5EF4-FFF2-40B4-BE49-F238E27FC236}">
                <a16:creationId xmlns:a16="http://schemas.microsoft.com/office/drawing/2014/main" id="{D2DB4815-F6BD-A561-B899-860C9634103C}"/>
              </a:ext>
            </a:extLst>
          </p:cNvPr>
          <p:cNvSpPr/>
          <p:nvPr/>
        </p:nvSpPr>
        <p:spPr>
          <a:xfrm>
            <a:off x="9080453" y="5048951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进度描述</a:t>
            </a:r>
          </a:p>
        </p:txBody>
      </p:sp>
      <p:sp>
        <p:nvSpPr>
          <p:cNvPr id="436" name="椭圆 435">
            <a:extLst>
              <a:ext uri="{FF2B5EF4-FFF2-40B4-BE49-F238E27FC236}">
                <a16:creationId xmlns:a16="http://schemas.microsoft.com/office/drawing/2014/main" id="{3C86B68B-CE82-74AF-CD36-4EE0FC3B9B9A}"/>
              </a:ext>
            </a:extLst>
          </p:cNvPr>
          <p:cNvSpPr/>
          <p:nvPr/>
        </p:nvSpPr>
        <p:spPr>
          <a:xfrm>
            <a:off x="10062820" y="5064639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任务描述</a:t>
            </a:r>
          </a:p>
        </p:txBody>
      </p:sp>
      <p:sp>
        <p:nvSpPr>
          <p:cNvPr id="450" name="椭圆 449">
            <a:extLst>
              <a:ext uri="{FF2B5EF4-FFF2-40B4-BE49-F238E27FC236}">
                <a16:creationId xmlns:a16="http://schemas.microsoft.com/office/drawing/2014/main" id="{E3DC176C-E54C-8EA9-0057-3BA24DF4AF6F}"/>
              </a:ext>
            </a:extLst>
          </p:cNvPr>
          <p:cNvSpPr/>
          <p:nvPr/>
        </p:nvSpPr>
        <p:spPr>
          <a:xfrm>
            <a:off x="3954170" y="7131808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完整性</a:t>
            </a:r>
          </a:p>
        </p:txBody>
      </p:sp>
      <p:sp>
        <p:nvSpPr>
          <p:cNvPr id="451" name="椭圆 450">
            <a:extLst>
              <a:ext uri="{FF2B5EF4-FFF2-40B4-BE49-F238E27FC236}">
                <a16:creationId xmlns:a16="http://schemas.microsoft.com/office/drawing/2014/main" id="{E3716407-EC99-FA97-DFA5-6C03F1A924D6}"/>
              </a:ext>
            </a:extLst>
          </p:cNvPr>
          <p:cNvSpPr/>
          <p:nvPr/>
        </p:nvSpPr>
        <p:spPr>
          <a:xfrm>
            <a:off x="5962407" y="7164260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提交日期</a:t>
            </a:r>
          </a:p>
        </p:txBody>
      </p:sp>
      <p:cxnSp>
        <p:nvCxnSpPr>
          <p:cNvPr id="453" name="直接连接符 452">
            <a:extLst>
              <a:ext uri="{FF2B5EF4-FFF2-40B4-BE49-F238E27FC236}">
                <a16:creationId xmlns:a16="http://schemas.microsoft.com/office/drawing/2014/main" id="{0B0D739C-5EAA-B794-A93F-AFAD8864BD06}"/>
              </a:ext>
            </a:extLst>
          </p:cNvPr>
          <p:cNvCxnSpPr>
            <a:cxnSpLocks/>
            <a:endCxn id="451" idx="7"/>
          </p:cNvCxnSpPr>
          <p:nvPr/>
        </p:nvCxnSpPr>
        <p:spPr>
          <a:xfrm flipH="1">
            <a:off x="6730605" y="6706838"/>
            <a:ext cx="714045" cy="5365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椭圆 454">
            <a:extLst>
              <a:ext uri="{FF2B5EF4-FFF2-40B4-BE49-F238E27FC236}">
                <a16:creationId xmlns:a16="http://schemas.microsoft.com/office/drawing/2014/main" id="{0E430326-5500-C0CB-73A6-90D1444945E4}"/>
              </a:ext>
            </a:extLst>
          </p:cNvPr>
          <p:cNvSpPr/>
          <p:nvPr/>
        </p:nvSpPr>
        <p:spPr>
          <a:xfrm>
            <a:off x="4963963" y="7154334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检查日期</a:t>
            </a:r>
          </a:p>
        </p:txBody>
      </p: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30949878-9164-F019-7670-5097EC14BFF7}"/>
              </a:ext>
            </a:extLst>
          </p:cNvPr>
          <p:cNvCxnSpPr>
            <a:cxnSpLocks/>
            <a:endCxn id="455" idx="7"/>
          </p:cNvCxnSpPr>
          <p:nvPr/>
        </p:nvCxnSpPr>
        <p:spPr>
          <a:xfrm flipH="1">
            <a:off x="5732161" y="6725915"/>
            <a:ext cx="1702021" cy="5075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5" name="直接连接符 464">
            <a:extLst>
              <a:ext uri="{FF2B5EF4-FFF2-40B4-BE49-F238E27FC236}">
                <a16:creationId xmlns:a16="http://schemas.microsoft.com/office/drawing/2014/main" id="{A231056D-D581-B623-2E71-E67272205710}"/>
              </a:ext>
            </a:extLst>
          </p:cNvPr>
          <p:cNvCxnSpPr>
            <a:cxnSpLocks/>
            <a:endCxn id="450" idx="7"/>
          </p:cNvCxnSpPr>
          <p:nvPr/>
        </p:nvCxnSpPr>
        <p:spPr>
          <a:xfrm flipH="1">
            <a:off x="4722368" y="6700258"/>
            <a:ext cx="2733668" cy="51063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9" name="直接连接符 468">
            <a:extLst>
              <a:ext uri="{FF2B5EF4-FFF2-40B4-BE49-F238E27FC236}">
                <a16:creationId xmlns:a16="http://schemas.microsoft.com/office/drawing/2014/main" id="{7F17B9AC-0FE8-82B7-588C-6B60216F9BB2}"/>
              </a:ext>
            </a:extLst>
          </p:cNvPr>
          <p:cNvCxnSpPr>
            <a:cxnSpLocks/>
            <a:stCxn id="436" idx="3"/>
            <a:endCxn id="124" idx="0"/>
          </p:cNvCxnSpPr>
          <p:nvPr/>
        </p:nvCxnSpPr>
        <p:spPr>
          <a:xfrm flipH="1">
            <a:off x="7958706" y="5525558"/>
            <a:ext cx="2235916" cy="44628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直接连接符 470">
            <a:extLst>
              <a:ext uri="{FF2B5EF4-FFF2-40B4-BE49-F238E27FC236}">
                <a16:creationId xmlns:a16="http://schemas.microsoft.com/office/drawing/2014/main" id="{2CDABF01-28DB-64D2-D12E-0D7F5D84D0D2}"/>
              </a:ext>
            </a:extLst>
          </p:cNvPr>
          <p:cNvCxnSpPr>
            <a:cxnSpLocks/>
            <a:stCxn id="435" idx="3"/>
            <a:endCxn id="124" idx="0"/>
          </p:cNvCxnSpPr>
          <p:nvPr/>
        </p:nvCxnSpPr>
        <p:spPr>
          <a:xfrm flipH="1">
            <a:off x="7958706" y="5509870"/>
            <a:ext cx="1253549" cy="46197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2" name="椭圆 471">
            <a:extLst>
              <a:ext uri="{FF2B5EF4-FFF2-40B4-BE49-F238E27FC236}">
                <a16:creationId xmlns:a16="http://schemas.microsoft.com/office/drawing/2014/main" id="{3083C064-8740-ED8A-DDDB-3A85DFBF9202}"/>
              </a:ext>
            </a:extLst>
          </p:cNvPr>
          <p:cNvSpPr/>
          <p:nvPr/>
        </p:nvSpPr>
        <p:spPr>
          <a:xfrm>
            <a:off x="11652243" y="6351508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基金</a:t>
            </a:r>
            <a:r>
              <a:rPr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3" name="椭圆 472">
            <a:extLst>
              <a:ext uri="{FF2B5EF4-FFF2-40B4-BE49-F238E27FC236}">
                <a16:creationId xmlns:a16="http://schemas.microsoft.com/office/drawing/2014/main" id="{E087C262-1154-9BE5-F58B-6470CD8DFD90}"/>
              </a:ext>
            </a:extLst>
          </p:cNvPr>
          <p:cNvSpPr/>
          <p:nvPr/>
        </p:nvSpPr>
        <p:spPr>
          <a:xfrm>
            <a:off x="12646716" y="6336088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项目名称</a:t>
            </a:r>
          </a:p>
        </p:txBody>
      </p:sp>
      <p:sp>
        <p:nvSpPr>
          <p:cNvPr id="474" name="椭圆 473">
            <a:extLst>
              <a:ext uri="{FF2B5EF4-FFF2-40B4-BE49-F238E27FC236}">
                <a16:creationId xmlns:a16="http://schemas.microsoft.com/office/drawing/2014/main" id="{F20DEF2E-4486-76C5-419D-4BC3B9188600}"/>
              </a:ext>
            </a:extLst>
          </p:cNvPr>
          <p:cNvSpPr/>
          <p:nvPr/>
        </p:nvSpPr>
        <p:spPr>
          <a:xfrm>
            <a:off x="13632351" y="6345980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项目编号</a:t>
            </a:r>
          </a:p>
        </p:txBody>
      </p:sp>
      <p:cxnSp>
        <p:nvCxnSpPr>
          <p:cNvPr id="476" name="直接连接符 475">
            <a:extLst>
              <a:ext uri="{FF2B5EF4-FFF2-40B4-BE49-F238E27FC236}">
                <a16:creationId xmlns:a16="http://schemas.microsoft.com/office/drawing/2014/main" id="{A49E95CC-E655-07AB-13AF-3E2D9E39DB2C}"/>
              </a:ext>
            </a:extLst>
          </p:cNvPr>
          <p:cNvCxnSpPr>
            <a:stCxn id="472" idx="5"/>
            <a:endCxn id="224" idx="0"/>
          </p:cNvCxnSpPr>
          <p:nvPr/>
        </p:nvCxnSpPr>
        <p:spPr>
          <a:xfrm>
            <a:off x="12420441" y="6812427"/>
            <a:ext cx="661609" cy="392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直接连接符 477">
            <a:extLst>
              <a:ext uri="{FF2B5EF4-FFF2-40B4-BE49-F238E27FC236}">
                <a16:creationId xmlns:a16="http://schemas.microsoft.com/office/drawing/2014/main" id="{0BF3AC48-3E6B-29F5-0B73-5D093720A972}"/>
              </a:ext>
            </a:extLst>
          </p:cNvPr>
          <p:cNvCxnSpPr>
            <a:stCxn id="473" idx="4"/>
            <a:endCxn id="224" idx="0"/>
          </p:cNvCxnSpPr>
          <p:nvPr/>
        </p:nvCxnSpPr>
        <p:spPr>
          <a:xfrm flipH="1">
            <a:off x="13082050" y="6876088"/>
            <a:ext cx="14666" cy="3289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直接连接符 479">
            <a:extLst>
              <a:ext uri="{FF2B5EF4-FFF2-40B4-BE49-F238E27FC236}">
                <a16:creationId xmlns:a16="http://schemas.microsoft.com/office/drawing/2014/main" id="{4150FF47-9244-5AEF-4178-7AA84A0258D7}"/>
              </a:ext>
            </a:extLst>
          </p:cNvPr>
          <p:cNvCxnSpPr>
            <a:stCxn id="474" idx="3"/>
            <a:endCxn id="224" idx="0"/>
          </p:cNvCxnSpPr>
          <p:nvPr/>
        </p:nvCxnSpPr>
        <p:spPr>
          <a:xfrm flipH="1">
            <a:off x="13082050" y="6806899"/>
            <a:ext cx="682103" cy="3981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" name="椭圆 480">
            <a:extLst>
              <a:ext uri="{FF2B5EF4-FFF2-40B4-BE49-F238E27FC236}">
                <a16:creationId xmlns:a16="http://schemas.microsoft.com/office/drawing/2014/main" id="{2BB7B451-CFD4-6E4C-D4D0-771EC5C28982}"/>
              </a:ext>
            </a:extLst>
          </p:cNvPr>
          <p:cNvSpPr/>
          <p:nvPr/>
        </p:nvSpPr>
        <p:spPr>
          <a:xfrm>
            <a:off x="11654752" y="9367427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关键词</a:t>
            </a:r>
            <a:r>
              <a:rPr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2" name="椭圆 481">
            <a:extLst>
              <a:ext uri="{FF2B5EF4-FFF2-40B4-BE49-F238E27FC236}">
                <a16:creationId xmlns:a16="http://schemas.microsoft.com/office/drawing/2014/main" id="{F30F1D90-3555-5D5D-BCAD-29D650263870}"/>
              </a:ext>
            </a:extLst>
          </p:cNvPr>
          <p:cNvSpPr/>
          <p:nvPr/>
        </p:nvSpPr>
        <p:spPr>
          <a:xfrm>
            <a:off x="12649225" y="9352007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内容</a:t>
            </a:r>
          </a:p>
        </p:txBody>
      </p:sp>
      <p:sp>
        <p:nvSpPr>
          <p:cNvPr id="483" name="椭圆 482">
            <a:extLst>
              <a:ext uri="{FF2B5EF4-FFF2-40B4-BE49-F238E27FC236}">
                <a16:creationId xmlns:a16="http://schemas.microsoft.com/office/drawing/2014/main" id="{DB64A215-678B-B852-0EC5-1C9F54EA7AF5}"/>
              </a:ext>
            </a:extLst>
          </p:cNvPr>
          <p:cNvSpPr/>
          <p:nvPr/>
        </p:nvSpPr>
        <p:spPr>
          <a:xfrm>
            <a:off x="13634860" y="9361899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</a:t>
            </a:r>
          </a:p>
        </p:txBody>
      </p:sp>
      <p:cxnSp>
        <p:nvCxnSpPr>
          <p:cNvPr id="485" name="直接连接符 484">
            <a:extLst>
              <a:ext uri="{FF2B5EF4-FFF2-40B4-BE49-F238E27FC236}">
                <a16:creationId xmlns:a16="http://schemas.microsoft.com/office/drawing/2014/main" id="{DEF21B3E-5FA0-5E51-F02C-A4C80626BBA0}"/>
              </a:ext>
            </a:extLst>
          </p:cNvPr>
          <p:cNvCxnSpPr>
            <a:cxnSpLocks/>
            <a:stCxn id="225" idx="2"/>
            <a:endCxn id="481" idx="7"/>
          </p:cNvCxnSpPr>
          <p:nvPr/>
        </p:nvCxnSpPr>
        <p:spPr>
          <a:xfrm flipH="1">
            <a:off x="12422950" y="9094178"/>
            <a:ext cx="659100" cy="3523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直接连接符 486">
            <a:extLst>
              <a:ext uri="{FF2B5EF4-FFF2-40B4-BE49-F238E27FC236}">
                <a16:creationId xmlns:a16="http://schemas.microsoft.com/office/drawing/2014/main" id="{7F071848-8CB8-18E1-1204-91CCCA510847}"/>
              </a:ext>
            </a:extLst>
          </p:cNvPr>
          <p:cNvCxnSpPr>
            <a:stCxn id="225" idx="2"/>
            <a:endCxn id="482" idx="0"/>
          </p:cNvCxnSpPr>
          <p:nvPr/>
        </p:nvCxnSpPr>
        <p:spPr>
          <a:xfrm>
            <a:off x="13082050" y="9094178"/>
            <a:ext cx="17175" cy="2578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直接连接符 488">
            <a:extLst>
              <a:ext uri="{FF2B5EF4-FFF2-40B4-BE49-F238E27FC236}">
                <a16:creationId xmlns:a16="http://schemas.microsoft.com/office/drawing/2014/main" id="{6790D763-9E04-3DA8-2D7D-6FAF2C63C35B}"/>
              </a:ext>
            </a:extLst>
          </p:cNvPr>
          <p:cNvCxnSpPr>
            <a:stCxn id="225" idx="2"/>
            <a:endCxn id="483" idx="0"/>
          </p:cNvCxnSpPr>
          <p:nvPr/>
        </p:nvCxnSpPr>
        <p:spPr>
          <a:xfrm>
            <a:off x="13082050" y="9094178"/>
            <a:ext cx="1002810" cy="267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4" name="椭圆 493">
            <a:extLst>
              <a:ext uri="{FF2B5EF4-FFF2-40B4-BE49-F238E27FC236}">
                <a16:creationId xmlns:a16="http://schemas.microsoft.com/office/drawing/2014/main" id="{792C2938-E2AB-CD52-19A7-CE73C800AE80}"/>
              </a:ext>
            </a:extLst>
          </p:cNvPr>
          <p:cNvSpPr/>
          <p:nvPr/>
        </p:nvSpPr>
        <p:spPr>
          <a:xfrm>
            <a:off x="9834818" y="10183503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提现时间</a:t>
            </a:r>
          </a:p>
        </p:txBody>
      </p:sp>
      <p:sp>
        <p:nvSpPr>
          <p:cNvPr id="495" name="椭圆 494">
            <a:extLst>
              <a:ext uri="{FF2B5EF4-FFF2-40B4-BE49-F238E27FC236}">
                <a16:creationId xmlns:a16="http://schemas.microsoft.com/office/drawing/2014/main" id="{432962BF-C679-0BF5-C5AC-0AA9A04C972F}"/>
              </a:ext>
            </a:extLst>
          </p:cNvPr>
          <p:cNvSpPr/>
          <p:nvPr/>
        </p:nvSpPr>
        <p:spPr>
          <a:xfrm>
            <a:off x="10829291" y="10168083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提现状态</a:t>
            </a:r>
          </a:p>
        </p:txBody>
      </p:sp>
      <p:cxnSp>
        <p:nvCxnSpPr>
          <p:cNvPr id="498" name="直接连接符 497">
            <a:extLst>
              <a:ext uri="{FF2B5EF4-FFF2-40B4-BE49-F238E27FC236}">
                <a16:creationId xmlns:a16="http://schemas.microsoft.com/office/drawing/2014/main" id="{BACD8989-5BF0-615A-C331-91B54BACC6C6}"/>
              </a:ext>
            </a:extLst>
          </p:cNvPr>
          <p:cNvCxnSpPr>
            <a:stCxn id="494" idx="5"/>
            <a:endCxn id="177" idx="0"/>
          </p:cNvCxnSpPr>
          <p:nvPr/>
        </p:nvCxnSpPr>
        <p:spPr>
          <a:xfrm>
            <a:off x="10603016" y="10644422"/>
            <a:ext cx="189569" cy="322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直接连接符 499">
            <a:extLst>
              <a:ext uri="{FF2B5EF4-FFF2-40B4-BE49-F238E27FC236}">
                <a16:creationId xmlns:a16="http://schemas.microsoft.com/office/drawing/2014/main" id="{001B55FA-91EC-A014-C877-7B6EC8AFFB34}"/>
              </a:ext>
            </a:extLst>
          </p:cNvPr>
          <p:cNvCxnSpPr>
            <a:stCxn id="495" idx="3"/>
            <a:endCxn id="177" idx="0"/>
          </p:cNvCxnSpPr>
          <p:nvPr/>
        </p:nvCxnSpPr>
        <p:spPr>
          <a:xfrm flipH="1">
            <a:off x="10792585" y="10629002"/>
            <a:ext cx="168508" cy="3382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" name="椭圆 500">
            <a:extLst>
              <a:ext uri="{FF2B5EF4-FFF2-40B4-BE49-F238E27FC236}">
                <a16:creationId xmlns:a16="http://schemas.microsoft.com/office/drawing/2014/main" id="{A064BF1D-4B95-6A69-12CB-B81335822B5F}"/>
              </a:ext>
            </a:extLst>
          </p:cNvPr>
          <p:cNvSpPr/>
          <p:nvPr/>
        </p:nvSpPr>
        <p:spPr>
          <a:xfrm>
            <a:off x="11978353" y="10150712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专家</a:t>
            </a:r>
            <a:r>
              <a:rPr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2" name="椭圆 501">
            <a:extLst>
              <a:ext uri="{FF2B5EF4-FFF2-40B4-BE49-F238E27FC236}">
                <a16:creationId xmlns:a16="http://schemas.microsoft.com/office/drawing/2014/main" id="{AECD6C5E-164F-2169-E434-E501ABB17E4F}"/>
              </a:ext>
            </a:extLst>
          </p:cNvPr>
          <p:cNvSpPr/>
          <p:nvPr/>
        </p:nvSpPr>
        <p:spPr>
          <a:xfrm>
            <a:off x="12972826" y="10135292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姓名</a:t>
            </a:r>
          </a:p>
        </p:txBody>
      </p:sp>
      <p:sp>
        <p:nvSpPr>
          <p:cNvPr id="503" name="椭圆 502">
            <a:extLst>
              <a:ext uri="{FF2B5EF4-FFF2-40B4-BE49-F238E27FC236}">
                <a16:creationId xmlns:a16="http://schemas.microsoft.com/office/drawing/2014/main" id="{4B833694-888E-A768-5018-3EEFE1FD222E}"/>
              </a:ext>
            </a:extLst>
          </p:cNvPr>
          <p:cNvSpPr/>
          <p:nvPr/>
        </p:nvSpPr>
        <p:spPr>
          <a:xfrm>
            <a:off x="13958461" y="10145184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职称</a:t>
            </a:r>
          </a:p>
        </p:txBody>
      </p:sp>
      <p:sp>
        <p:nvSpPr>
          <p:cNvPr id="507" name="椭圆 506">
            <a:extLst>
              <a:ext uri="{FF2B5EF4-FFF2-40B4-BE49-F238E27FC236}">
                <a16:creationId xmlns:a16="http://schemas.microsoft.com/office/drawing/2014/main" id="{F7EFA365-8706-C7D8-9E05-3B532956560A}"/>
              </a:ext>
            </a:extLst>
          </p:cNvPr>
          <p:cNvSpPr/>
          <p:nvPr/>
        </p:nvSpPr>
        <p:spPr>
          <a:xfrm>
            <a:off x="11964356" y="12416580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邮箱</a:t>
            </a:r>
          </a:p>
        </p:txBody>
      </p:sp>
      <p:sp>
        <p:nvSpPr>
          <p:cNvPr id="508" name="椭圆 507">
            <a:extLst>
              <a:ext uri="{FF2B5EF4-FFF2-40B4-BE49-F238E27FC236}">
                <a16:creationId xmlns:a16="http://schemas.microsoft.com/office/drawing/2014/main" id="{6E342551-964B-4583-089A-F9ECFB620F4D}"/>
              </a:ext>
            </a:extLst>
          </p:cNvPr>
          <p:cNvSpPr/>
          <p:nvPr/>
        </p:nvSpPr>
        <p:spPr>
          <a:xfrm>
            <a:off x="12958829" y="12401160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密码</a:t>
            </a:r>
          </a:p>
        </p:txBody>
      </p:sp>
      <p:sp>
        <p:nvSpPr>
          <p:cNvPr id="509" name="椭圆 508">
            <a:extLst>
              <a:ext uri="{FF2B5EF4-FFF2-40B4-BE49-F238E27FC236}">
                <a16:creationId xmlns:a16="http://schemas.microsoft.com/office/drawing/2014/main" id="{9F3DB197-E94B-8CE3-2500-098F161DBDE2}"/>
              </a:ext>
            </a:extLst>
          </p:cNvPr>
          <p:cNvSpPr/>
          <p:nvPr/>
        </p:nvSpPr>
        <p:spPr>
          <a:xfrm>
            <a:off x="13944464" y="12411052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手机号码</a:t>
            </a:r>
          </a:p>
        </p:txBody>
      </p:sp>
      <p:sp>
        <p:nvSpPr>
          <p:cNvPr id="514" name="椭圆 513">
            <a:extLst>
              <a:ext uri="{FF2B5EF4-FFF2-40B4-BE49-F238E27FC236}">
                <a16:creationId xmlns:a16="http://schemas.microsoft.com/office/drawing/2014/main" id="{BAB0201A-A862-6994-A94A-52341C5171CE}"/>
              </a:ext>
            </a:extLst>
          </p:cNvPr>
          <p:cNvSpPr/>
          <p:nvPr/>
        </p:nvSpPr>
        <p:spPr>
          <a:xfrm>
            <a:off x="11966849" y="10759776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研究方向</a:t>
            </a:r>
          </a:p>
        </p:txBody>
      </p:sp>
      <p:sp>
        <p:nvSpPr>
          <p:cNvPr id="515" name="椭圆 514">
            <a:extLst>
              <a:ext uri="{FF2B5EF4-FFF2-40B4-BE49-F238E27FC236}">
                <a16:creationId xmlns:a16="http://schemas.microsoft.com/office/drawing/2014/main" id="{79B44680-5682-53EC-6B8F-FFBA20F1788E}"/>
              </a:ext>
            </a:extLst>
          </p:cNvPr>
          <p:cNvSpPr/>
          <p:nvPr/>
        </p:nvSpPr>
        <p:spPr>
          <a:xfrm>
            <a:off x="11968347" y="11795421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审稿费</a:t>
            </a:r>
          </a:p>
        </p:txBody>
      </p:sp>
      <p:sp>
        <p:nvSpPr>
          <p:cNvPr id="516" name="椭圆 515">
            <a:extLst>
              <a:ext uri="{FF2B5EF4-FFF2-40B4-BE49-F238E27FC236}">
                <a16:creationId xmlns:a16="http://schemas.microsoft.com/office/drawing/2014/main" id="{5B6CC396-A9BE-422B-698B-C69959C13C16}"/>
              </a:ext>
            </a:extLst>
          </p:cNvPr>
          <p:cNvSpPr/>
          <p:nvPr/>
        </p:nvSpPr>
        <p:spPr>
          <a:xfrm>
            <a:off x="15026815" y="10156070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银行卡号</a:t>
            </a:r>
          </a:p>
        </p:txBody>
      </p:sp>
      <p:sp>
        <p:nvSpPr>
          <p:cNvPr id="517" name="椭圆 516">
            <a:extLst>
              <a:ext uri="{FF2B5EF4-FFF2-40B4-BE49-F238E27FC236}">
                <a16:creationId xmlns:a16="http://schemas.microsoft.com/office/drawing/2014/main" id="{6C1290E0-35A8-882D-60DE-C1C0C69C36FD}"/>
              </a:ext>
            </a:extLst>
          </p:cNvPr>
          <p:cNvSpPr/>
          <p:nvPr/>
        </p:nvSpPr>
        <p:spPr>
          <a:xfrm>
            <a:off x="15026935" y="12442070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开户名</a:t>
            </a:r>
          </a:p>
        </p:txBody>
      </p:sp>
      <p:cxnSp>
        <p:nvCxnSpPr>
          <p:cNvPr id="519" name="直接连接符 518">
            <a:extLst>
              <a:ext uri="{FF2B5EF4-FFF2-40B4-BE49-F238E27FC236}">
                <a16:creationId xmlns:a16="http://schemas.microsoft.com/office/drawing/2014/main" id="{95443FF6-C50A-B8A8-62AC-D6C43CE99A50}"/>
              </a:ext>
            </a:extLst>
          </p:cNvPr>
          <p:cNvCxnSpPr>
            <a:stCxn id="501" idx="5"/>
            <a:endCxn id="171" idx="0"/>
          </p:cNvCxnSpPr>
          <p:nvPr/>
        </p:nvCxnSpPr>
        <p:spPr>
          <a:xfrm>
            <a:off x="12746551" y="10611631"/>
            <a:ext cx="2201855" cy="4771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1" name="直接连接符 520">
            <a:extLst>
              <a:ext uri="{FF2B5EF4-FFF2-40B4-BE49-F238E27FC236}">
                <a16:creationId xmlns:a16="http://schemas.microsoft.com/office/drawing/2014/main" id="{FA281DC7-FE5E-4BB5-D96B-2C96FA865A32}"/>
              </a:ext>
            </a:extLst>
          </p:cNvPr>
          <p:cNvCxnSpPr>
            <a:stCxn id="514" idx="6"/>
            <a:endCxn id="171" idx="0"/>
          </p:cNvCxnSpPr>
          <p:nvPr/>
        </p:nvCxnSpPr>
        <p:spPr>
          <a:xfrm>
            <a:off x="12866849" y="11029776"/>
            <a:ext cx="2081557" cy="590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直接连接符 522">
            <a:extLst>
              <a:ext uri="{FF2B5EF4-FFF2-40B4-BE49-F238E27FC236}">
                <a16:creationId xmlns:a16="http://schemas.microsoft.com/office/drawing/2014/main" id="{A928FFF5-4551-5B67-0709-DDFA070D1F3C}"/>
              </a:ext>
            </a:extLst>
          </p:cNvPr>
          <p:cNvCxnSpPr>
            <a:stCxn id="502" idx="5"/>
            <a:endCxn id="171" idx="0"/>
          </p:cNvCxnSpPr>
          <p:nvPr/>
        </p:nvCxnSpPr>
        <p:spPr>
          <a:xfrm>
            <a:off x="13741024" y="10596211"/>
            <a:ext cx="1207382" cy="4925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直接连接符 524">
            <a:extLst>
              <a:ext uri="{FF2B5EF4-FFF2-40B4-BE49-F238E27FC236}">
                <a16:creationId xmlns:a16="http://schemas.microsoft.com/office/drawing/2014/main" id="{AE1BB058-CF3A-B90D-CC55-489B4DE46E1D}"/>
              </a:ext>
            </a:extLst>
          </p:cNvPr>
          <p:cNvCxnSpPr>
            <a:stCxn id="503" idx="5"/>
            <a:endCxn id="171" idx="0"/>
          </p:cNvCxnSpPr>
          <p:nvPr/>
        </p:nvCxnSpPr>
        <p:spPr>
          <a:xfrm>
            <a:off x="14726659" y="10606103"/>
            <a:ext cx="221747" cy="4826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直接连接符 526">
            <a:extLst>
              <a:ext uri="{FF2B5EF4-FFF2-40B4-BE49-F238E27FC236}">
                <a16:creationId xmlns:a16="http://schemas.microsoft.com/office/drawing/2014/main" id="{A59E19C4-F741-E6D4-B9E1-6A46BEA0424A}"/>
              </a:ext>
            </a:extLst>
          </p:cNvPr>
          <p:cNvCxnSpPr>
            <a:stCxn id="516" idx="3"/>
            <a:endCxn id="171" idx="0"/>
          </p:cNvCxnSpPr>
          <p:nvPr/>
        </p:nvCxnSpPr>
        <p:spPr>
          <a:xfrm flipH="1">
            <a:off x="14948406" y="10616989"/>
            <a:ext cx="210211" cy="4717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直接连接符 528">
            <a:extLst>
              <a:ext uri="{FF2B5EF4-FFF2-40B4-BE49-F238E27FC236}">
                <a16:creationId xmlns:a16="http://schemas.microsoft.com/office/drawing/2014/main" id="{37AEA405-6302-6BCF-DD2E-6E2076746F9F}"/>
              </a:ext>
            </a:extLst>
          </p:cNvPr>
          <p:cNvCxnSpPr>
            <a:stCxn id="515" idx="6"/>
            <a:endCxn id="171" idx="2"/>
          </p:cNvCxnSpPr>
          <p:nvPr/>
        </p:nvCxnSpPr>
        <p:spPr>
          <a:xfrm flipV="1">
            <a:off x="12868347" y="11817194"/>
            <a:ext cx="2080059" cy="24822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直接连接符 530">
            <a:extLst>
              <a:ext uri="{FF2B5EF4-FFF2-40B4-BE49-F238E27FC236}">
                <a16:creationId xmlns:a16="http://schemas.microsoft.com/office/drawing/2014/main" id="{CA28709D-4539-CB66-3DCB-D1D939FD46AF}"/>
              </a:ext>
            </a:extLst>
          </p:cNvPr>
          <p:cNvCxnSpPr>
            <a:stCxn id="507" idx="7"/>
            <a:endCxn id="171" idx="2"/>
          </p:cNvCxnSpPr>
          <p:nvPr/>
        </p:nvCxnSpPr>
        <p:spPr>
          <a:xfrm flipV="1">
            <a:off x="12732554" y="11817194"/>
            <a:ext cx="2215852" cy="6784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直接连接符 532">
            <a:extLst>
              <a:ext uri="{FF2B5EF4-FFF2-40B4-BE49-F238E27FC236}">
                <a16:creationId xmlns:a16="http://schemas.microsoft.com/office/drawing/2014/main" id="{E9292709-26D7-2410-3F67-929223002F4B}"/>
              </a:ext>
            </a:extLst>
          </p:cNvPr>
          <p:cNvCxnSpPr>
            <a:stCxn id="508" idx="7"/>
            <a:endCxn id="171" idx="2"/>
          </p:cNvCxnSpPr>
          <p:nvPr/>
        </p:nvCxnSpPr>
        <p:spPr>
          <a:xfrm flipV="1">
            <a:off x="13727027" y="11817194"/>
            <a:ext cx="1221379" cy="6630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直接连接符 534">
            <a:extLst>
              <a:ext uri="{FF2B5EF4-FFF2-40B4-BE49-F238E27FC236}">
                <a16:creationId xmlns:a16="http://schemas.microsoft.com/office/drawing/2014/main" id="{BE4F0367-5865-D195-62C9-37D4699BB5B4}"/>
              </a:ext>
            </a:extLst>
          </p:cNvPr>
          <p:cNvCxnSpPr>
            <a:stCxn id="509" idx="0"/>
            <a:endCxn id="171" idx="2"/>
          </p:cNvCxnSpPr>
          <p:nvPr/>
        </p:nvCxnSpPr>
        <p:spPr>
          <a:xfrm flipV="1">
            <a:off x="14394464" y="11817194"/>
            <a:ext cx="553942" cy="5938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直接连接符 536">
            <a:extLst>
              <a:ext uri="{FF2B5EF4-FFF2-40B4-BE49-F238E27FC236}">
                <a16:creationId xmlns:a16="http://schemas.microsoft.com/office/drawing/2014/main" id="{FB852A20-B486-7B26-A9F5-F66447E2B5FB}"/>
              </a:ext>
            </a:extLst>
          </p:cNvPr>
          <p:cNvCxnSpPr>
            <a:stCxn id="171" idx="2"/>
            <a:endCxn id="517" idx="0"/>
          </p:cNvCxnSpPr>
          <p:nvPr/>
        </p:nvCxnSpPr>
        <p:spPr>
          <a:xfrm>
            <a:off x="14948406" y="11817194"/>
            <a:ext cx="528529" cy="6248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" name="椭圆 539">
            <a:extLst>
              <a:ext uri="{FF2B5EF4-FFF2-40B4-BE49-F238E27FC236}">
                <a16:creationId xmlns:a16="http://schemas.microsoft.com/office/drawing/2014/main" id="{06216E8F-3B3A-C0BB-AABA-0B05CF5BE6DC}"/>
              </a:ext>
            </a:extLst>
          </p:cNvPr>
          <p:cNvSpPr/>
          <p:nvPr/>
        </p:nvSpPr>
        <p:spPr>
          <a:xfrm>
            <a:off x="8131179" y="10175982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评审结论</a:t>
            </a:r>
          </a:p>
        </p:txBody>
      </p:sp>
      <p:sp>
        <p:nvSpPr>
          <p:cNvPr id="541" name="椭圆 540">
            <a:extLst>
              <a:ext uri="{FF2B5EF4-FFF2-40B4-BE49-F238E27FC236}">
                <a16:creationId xmlns:a16="http://schemas.microsoft.com/office/drawing/2014/main" id="{F49ED82D-3E18-1C5A-365D-68CEDE399430}"/>
              </a:ext>
            </a:extLst>
          </p:cNvPr>
          <p:cNvSpPr/>
          <p:nvPr/>
        </p:nvSpPr>
        <p:spPr>
          <a:xfrm>
            <a:off x="4937122" y="12416580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正面评价</a:t>
            </a:r>
          </a:p>
        </p:txBody>
      </p:sp>
      <p:sp>
        <p:nvSpPr>
          <p:cNvPr id="542" name="椭圆 541">
            <a:extLst>
              <a:ext uri="{FF2B5EF4-FFF2-40B4-BE49-F238E27FC236}">
                <a16:creationId xmlns:a16="http://schemas.microsoft.com/office/drawing/2014/main" id="{13656348-80F7-1A5D-13B2-09F71D65F7CE}"/>
              </a:ext>
            </a:extLst>
          </p:cNvPr>
          <p:cNvSpPr/>
          <p:nvPr/>
        </p:nvSpPr>
        <p:spPr>
          <a:xfrm>
            <a:off x="5931595" y="12401160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负面评价</a:t>
            </a:r>
          </a:p>
        </p:txBody>
      </p:sp>
      <p:sp>
        <p:nvSpPr>
          <p:cNvPr id="543" name="椭圆 542">
            <a:extLst>
              <a:ext uri="{FF2B5EF4-FFF2-40B4-BE49-F238E27FC236}">
                <a16:creationId xmlns:a16="http://schemas.microsoft.com/office/drawing/2014/main" id="{D4331CD1-F389-7491-6970-353BDE55D155}"/>
              </a:ext>
            </a:extLst>
          </p:cNvPr>
          <p:cNvSpPr/>
          <p:nvPr/>
        </p:nvSpPr>
        <p:spPr>
          <a:xfrm>
            <a:off x="6917230" y="12411052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修改意见</a:t>
            </a:r>
          </a:p>
        </p:txBody>
      </p:sp>
      <p:sp>
        <p:nvSpPr>
          <p:cNvPr id="544" name="椭圆 543">
            <a:extLst>
              <a:ext uri="{FF2B5EF4-FFF2-40B4-BE49-F238E27FC236}">
                <a16:creationId xmlns:a16="http://schemas.microsoft.com/office/drawing/2014/main" id="{966DA664-F531-C6F7-314F-065E2BDAD832}"/>
              </a:ext>
            </a:extLst>
          </p:cNvPr>
          <p:cNvSpPr/>
          <p:nvPr/>
        </p:nvSpPr>
        <p:spPr>
          <a:xfrm>
            <a:off x="8124798" y="12430090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评审结论</a:t>
            </a:r>
          </a:p>
        </p:txBody>
      </p:sp>
      <p:sp>
        <p:nvSpPr>
          <p:cNvPr id="545" name="椭圆 544">
            <a:extLst>
              <a:ext uri="{FF2B5EF4-FFF2-40B4-BE49-F238E27FC236}">
                <a16:creationId xmlns:a16="http://schemas.microsoft.com/office/drawing/2014/main" id="{7D6A3820-80C7-E609-2392-660553148612}"/>
              </a:ext>
            </a:extLst>
          </p:cNvPr>
          <p:cNvSpPr/>
          <p:nvPr/>
        </p:nvSpPr>
        <p:spPr>
          <a:xfrm>
            <a:off x="4921151" y="10198924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6" name="椭圆 545">
            <a:extLst>
              <a:ext uri="{FF2B5EF4-FFF2-40B4-BE49-F238E27FC236}">
                <a16:creationId xmlns:a16="http://schemas.microsoft.com/office/drawing/2014/main" id="{B523785B-5CB0-53CF-6A19-463A9B749406}"/>
              </a:ext>
            </a:extLst>
          </p:cNvPr>
          <p:cNvSpPr/>
          <p:nvPr/>
        </p:nvSpPr>
        <p:spPr>
          <a:xfrm>
            <a:off x="5915624" y="10183504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分配日期</a:t>
            </a:r>
          </a:p>
        </p:txBody>
      </p:sp>
      <p:sp>
        <p:nvSpPr>
          <p:cNvPr id="547" name="椭圆 546">
            <a:extLst>
              <a:ext uri="{FF2B5EF4-FFF2-40B4-BE49-F238E27FC236}">
                <a16:creationId xmlns:a16="http://schemas.microsoft.com/office/drawing/2014/main" id="{ADDFF222-A8F9-D71D-F1AF-13FE89E1C8B7}"/>
              </a:ext>
            </a:extLst>
          </p:cNvPr>
          <p:cNvSpPr/>
          <p:nvPr/>
        </p:nvSpPr>
        <p:spPr>
          <a:xfrm>
            <a:off x="6901259" y="10193396"/>
            <a:ext cx="900000" cy="54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截止日期</a:t>
            </a:r>
          </a:p>
        </p:txBody>
      </p:sp>
      <p:cxnSp>
        <p:nvCxnSpPr>
          <p:cNvPr id="549" name="直接连接符 548">
            <a:extLst>
              <a:ext uri="{FF2B5EF4-FFF2-40B4-BE49-F238E27FC236}">
                <a16:creationId xmlns:a16="http://schemas.microsoft.com/office/drawing/2014/main" id="{18D7EA29-B126-052A-9547-D775D7AF30D6}"/>
              </a:ext>
            </a:extLst>
          </p:cNvPr>
          <p:cNvCxnSpPr>
            <a:stCxn id="540" idx="3"/>
            <a:endCxn id="145" idx="0"/>
          </p:cNvCxnSpPr>
          <p:nvPr/>
        </p:nvCxnSpPr>
        <p:spPr>
          <a:xfrm flipH="1">
            <a:off x="7958706" y="10636901"/>
            <a:ext cx="304275" cy="4518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直接连接符 550">
            <a:extLst>
              <a:ext uri="{FF2B5EF4-FFF2-40B4-BE49-F238E27FC236}">
                <a16:creationId xmlns:a16="http://schemas.microsoft.com/office/drawing/2014/main" id="{D2611DCD-51EB-B1FC-1158-0FBCC3019602}"/>
              </a:ext>
            </a:extLst>
          </p:cNvPr>
          <p:cNvCxnSpPr>
            <a:stCxn id="547" idx="5"/>
            <a:endCxn id="145" idx="0"/>
          </p:cNvCxnSpPr>
          <p:nvPr/>
        </p:nvCxnSpPr>
        <p:spPr>
          <a:xfrm>
            <a:off x="7669457" y="10654315"/>
            <a:ext cx="289249" cy="4344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直接连接符 552">
            <a:extLst>
              <a:ext uri="{FF2B5EF4-FFF2-40B4-BE49-F238E27FC236}">
                <a16:creationId xmlns:a16="http://schemas.microsoft.com/office/drawing/2014/main" id="{C0DED82D-C414-088B-0616-08715BE4515E}"/>
              </a:ext>
            </a:extLst>
          </p:cNvPr>
          <p:cNvCxnSpPr>
            <a:stCxn id="546" idx="5"/>
            <a:endCxn id="145" idx="0"/>
          </p:cNvCxnSpPr>
          <p:nvPr/>
        </p:nvCxnSpPr>
        <p:spPr>
          <a:xfrm>
            <a:off x="6683822" y="10644423"/>
            <a:ext cx="1274884" cy="4443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5" name="直接连接符 554">
            <a:extLst>
              <a:ext uri="{FF2B5EF4-FFF2-40B4-BE49-F238E27FC236}">
                <a16:creationId xmlns:a16="http://schemas.microsoft.com/office/drawing/2014/main" id="{8871F089-07A4-396C-687A-57CA750339DF}"/>
              </a:ext>
            </a:extLst>
          </p:cNvPr>
          <p:cNvCxnSpPr>
            <a:stCxn id="545" idx="5"/>
            <a:endCxn id="145" idx="0"/>
          </p:cNvCxnSpPr>
          <p:nvPr/>
        </p:nvCxnSpPr>
        <p:spPr>
          <a:xfrm>
            <a:off x="5689349" y="10659843"/>
            <a:ext cx="2269357" cy="4289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直接连接符 556">
            <a:extLst>
              <a:ext uri="{FF2B5EF4-FFF2-40B4-BE49-F238E27FC236}">
                <a16:creationId xmlns:a16="http://schemas.microsoft.com/office/drawing/2014/main" id="{97939A18-B7F3-44A9-484A-C1DF7AAEB940}"/>
              </a:ext>
            </a:extLst>
          </p:cNvPr>
          <p:cNvCxnSpPr>
            <a:stCxn id="541" idx="7"/>
            <a:endCxn id="145" idx="2"/>
          </p:cNvCxnSpPr>
          <p:nvPr/>
        </p:nvCxnSpPr>
        <p:spPr>
          <a:xfrm flipV="1">
            <a:off x="5705320" y="11817194"/>
            <a:ext cx="2253386" cy="6784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直接连接符 558">
            <a:extLst>
              <a:ext uri="{FF2B5EF4-FFF2-40B4-BE49-F238E27FC236}">
                <a16:creationId xmlns:a16="http://schemas.microsoft.com/office/drawing/2014/main" id="{09D125A5-7178-B896-CCDC-B50C4AE17F77}"/>
              </a:ext>
            </a:extLst>
          </p:cNvPr>
          <p:cNvCxnSpPr>
            <a:stCxn id="542" idx="7"/>
            <a:endCxn id="145" idx="2"/>
          </p:cNvCxnSpPr>
          <p:nvPr/>
        </p:nvCxnSpPr>
        <p:spPr>
          <a:xfrm flipV="1">
            <a:off x="6699793" y="11817194"/>
            <a:ext cx="1258913" cy="6630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直接连接符 560">
            <a:extLst>
              <a:ext uri="{FF2B5EF4-FFF2-40B4-BE49-F238E27FC236}">
                <a16:creationId xmlns:a16="http://schemas.microsoft.com/office/drawing/2014/main" id="{1939D19B-D944-27E0-E617-EB66DF8C7940}"/>
              </a:ext>
            </a:extLst>
          </p:cNvPr>
          <p:cNvCxnSpPr>
            <a:stCxn id="543" idx="7"/>
            <a:endCxn id="145" idx="2"/>
          </p:cNvCxnSpPr>
          <p:nvPr/>
        </p:nvCxnSpPr>
        <p:spPr>
          <a:xfrm flipV="1">
            <a:off x="7685428" y="11817194"/>
            <a:ext cx="273278" cy="6729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直接连接符 562">
            <a:extLst>
              <a:ext uri="{FF2B5EF4-FFF2-40B4-BE49-F238E27FC236}">
                <a16:creationId xmlns:a16="http://schemas.microsoft.com/office/drawing/2014/main" id="{695049E2-089F-87AE-F58E-EB6724FE81A3}"/>
              </a:ext>
            </a:extLst>
          </p:cNvPr>
          <p:cNvCxnSpPr>
            <a:stCxn id="544" idx="1"/>
            <a:endCxn id="145" idx="2"/>
          </p:cNvCxnSpPr>
          <p:nvPr/>
        </p:nvCxnSpPr>
        <p:spPr>
          <a:xfrm flipH="1" flipV="1">
            <a:off x="7958706" y="11817194"/>
            <a:ext cx="297894" cy="69197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3" name="文本框 672">
            <a:extLst>
              <a:ext uri="{FF2B5EF4-FFF2-40B4-BE49-F238E27FC236}">
                <a16:creationId xmlns:a16="http://schemas.microsoft.com/office/drawing/2014/main" id="{62277FE4-D636-3F62-188F-42248AC6DD68}"/>
              </a:ext>
            </a:extLst>
          </p:cNvPr>
          <p:cNvSpPr txBox="1"/>
          <p:nvPr/>
        </p:nvSpPr>
        <p:spPr>
          <a:xfrm>
            <a:off x="13291678" y="1281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4" name="文本框 673">
            <a:extLst>
              <a:ext uri="{FF2B5EF4-FFF2-40B4-BE49-F238E27FC236}">
                <a16:creationId xmlns:a16="http://schemas.microsoft.com/office/drawing/2014/main" id="{560683E9-68E2-DE53-F080-EE6539A2F90C}"/>
              </a:ext>
            </a:extLst>
          </p:cNvPr>
          <p:cNvSpPr txBox="1"/>
          <p:nvPr/>
        </p:nvSpPr>
        <p:spPr>
          <a:xfrm>
            <a:off x="13253401" y="241191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5" name="文本框 674">
            <a:extLst>
              <a:ext uri="{FF2B5EF4-FFF2-40B4-BE49-F238E27FC236}">
                <a16:creationId xmlns:a16="http://schemas.microsoft.com/office/drawing/2014/main" id="{F29DAE8E-3B51-EA90-3A84-9F9E402AB513}"/>
              </a:ext>
            </a:extLst>
          </p:cNvPr>
          <p:cNvSpPr txBox="1"/>
          <p:nvPr/>
        </p:nvSpPr>
        <p:spPr>
          <a:xfrm>
            <a:off x="11391595" y="287312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6" name="文本框 675">
            <a:extLst>
              <a:ext uri="{FF2B5EF4-FFF2-40B4-BE49-F238E27FC236}">
                <a16:creationId xmlns:a16="http://schemas.microsoft.com/office/drawing/2014/main" id="{DD30D199-BE8C-CC3E-42AE-D34F4FEDC584}"/>
              </a:ext>
            </a:extLst>
          </p:cNvPr>
          <p:cNvSpPr txBox="1"/>
          <p:nvPr/>
        </p:nvSpPr>
        <p:spPr>
          <a:xfrm>
            <a:off x="11373629" y="418896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7" name="文本框 676">
            <a:extLst>
              <a:ext uri="{FF2B5EF4-FFF2-40B4-BE49-F238E27FC236}">
                <a16:creationId xmlns:a16="http://schemas.microsoft.com/office/drawing/2014/main" id="{76981EA3-902C-A4EA-5B45-DBF9A8A59654}"/>
              </a:ext>
            </a:extLst>
          </p:cNvPr>
          <p:cNvSpPr txBox="1"/>
          <p:nvPr/>
        </p:nvSpPr>
        <p:spPr>
          <a:xfrm>
            <a:off x="12315666" y="322720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8" name="文本框 677">
            <a:extLst>
              <a:ext uri="{FF2B5EF4-FFF2-40B4-BE49-F238E27FC236}">
                <a16:creationId xmlns:a16="http://schemas.microsoft.com/office/drawing/2014/main" id="{D8D6AB61-B740-12C8-020C-826463FC306E}"/>
              </a:ext>
            </a:extLst>
          </p:cNvPr>
          <p:cNvSpPr txBox="1"/>
          <p:nvPr/>
        </p:nvSpPr>
        <p:spPr>
          <a:xfrm>
            <a:off x="7668604" y="285460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9" name="文本框 678">
            <a:extLst>
              <a:ext uri="{FF2B5EF4-FFF2-40B4-BE49-F238E27FC236}">
                <a16:creationId xmlns:a16="http://schemas.microsoft.com/office/drawing/2014/main" id="{111AD015-75DF-3855-5F3F-87A563ECAFB0}"/>
              </a:ext>
            </a:extLst>
          </p:cNvPr>
          <p:cNvSpPr txBox="1"/>
          <p:nvPr/>
        </p:nvSpPr>
        <p:spPr>
          <a:xfrm>
            <a:off x="7650638" y="417043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0" name="文本框 679">
            <a:extLst>
              <a:ext uri="{FF2B5EF4-FFF2-40B4-BE49-F238E27FC236}">
                <a16:creationId xmlns:a16="http://schemas.microsoft.com/office/drawing/2014/main" id="{122B0765-CA62-9D37-E75D-978F87C2FD76}"/>
              </a:ext>
            </a:extLst>
          </p:cNvPr>
          <p:cNvSpPr txBox="1"/>
          <p:nvPr/>
        </p:nvSpPr>
        <p:spPr>
          <a:xfrm>
            <a:off x="3778812" y="286893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1" name="文本框 680">
            <a:extLst>
              <a:ext uri="{FF2B5EF4-FFF2-40B4-BE49-F238E27FC236}">
                <a16:creationId xmlns:a16="http://schemas.microsoft.com/office/drawing/2014/main" id="{C4503476-B071-C007-7F6D-B64587E42BC0}"/>
              </a:ext>
            </a:extLst>
          </p:cNvPr>
          <p:cNvSpPr txBox="1"/>
          <p:nvPr/>
        </p:nvSpPr>
        <p:spPr>
          <a:xfrm>
            <a:off x="3760846" y="418477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2" name="文本框 681">
            <a:extLst>
              <a:ext uri="{FF2B5EF4-FFF2-40B4-BE49-F238E27FC236}">
                <a16:creationId xmlns:a16="http://schemas.microsoft.com/office/drawing/2014/main" id="{64F75559-4818-F257-0D3D-696F95313752}"/>
              </a:ext>
            </a:extLst>
          </p:cNvPr>
          <p:cNvSpPr txBox="1"/>
          <p:nvPr/>
        </p:nvSpPr>
        <p:spPr>
          <a:xfrm>
            <a:off x="2740980" y="333478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4" name="文本框 683">
            <a:extLst>
              <a:ext uri="{FF2B5EF4-FFF2-40B4-BE49-F238E27FC236}">
                <a16:creationId xmlns:a16="http://schemas.microsoft.com/office/drawing/2014/main" id="{F562F146-0A79-CE4A-3A9E-FA8A33F49C55}"/>
              </a:ext>
            </a:extLst>
          </p:cNvPr>
          <p:cNvSpPr txBox="1"/>
          <p:nvPr/>
        </p:nvSpPr>
        <p:spPr>
          <a:xfrm>
            <a:off x="1708229" y="549203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5" name="文本框 684">
            <a:extLst>
              <a:ext uri="{FF2B5EF4-FFF2-40B4-BE49-F238E27FC236}">
                <a16:creationId xmlns:a16="http://schemas.microsoft.com/office/drawing/2014/main" id="{1B584C82-6EF2-F78A-4411-1693ADA41A0A}"/>
              </a:ext>
            </a:extLst>
          </p:cNvPr>
          <p:cNvSpPr txBox="1"/>
          <p:nvPr/>
        </p:nvSpPr>
        <p:spPr>
          <a:xfrm>
            <a:off x="1745076" y="670025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7" name="文本框 686">
            <a:extLst>
              <a:ext uri="{FF2B5EF4-FFF2-40B4-BE49-F238E27FC236}">
                <a16:creationId xmlns:a16="http://schemas.microsoft.com/office/drawing/2014/main" id="{A3260A1B-832E-26CC-D707-4DBD0AB84A35}"/>
              </a:ext>
            </a:extLst>
          </p:cNvPr>
          <p:cNvSpPr txBox="1"/>
          <p:nvPr/>
        </p:nvSpPr>
        <p:spPr>
          <a:xfrm>
            <a:off x="9875559" y="706847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8" name="文本框 687">
            <a:extLst>
              <a:ext uri="{FF2B5EF4-FFF2-40B4-BE49-F238E27FC236}">
                <a16:creationId xmlns:a16="http://schemas.microsoft.com/office/drawing/2014/main" id="{DA5E9FB0-0E96-A372-3C44-062C4569F608}"/>
              </a:ext>
            </a:extLst>
          </p:cNvPr>
          <p:cNvSpPr txBox="1"/>
          <p:nvPr/>
        </p:nvSpPr>
        <p:spPr>
          <a:xfrm>
            <a:off x="11719170" y="708344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9" name="文本框 688">
            <a:extLst>
              <a:ext uri="{FF2B5EF4-FFF2-40B4-BE49-F238E27FC236}">
                <a16:creationId xmlns:a16="http://schemas.microsoft.com/office/drawing/2014/main" id="{21350C1F-13A3-1501-DCBB-56FBAD09AB01}"/>
              </a:ext>
            </a:extLst>
          </p:cNvPr>
          <p:cNvSpPr txBox="1"/>
          <p:nvPr/>
        </p:nvSpPr>
        <p:spPr>
          <a:xfrm>
            <a:off x="9847446" y="819399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0" name="文本框 689">
            <a:extLst>
              <a:ext uri="{FF2B5EF4-FFF2-40B4-BE49-F238E27FC236}">
                <a16:creationId xmlns:a16="http://schemas.microsoft.com/office/drawing/2014/main" id="{C2FE3791-E69A-FD6C-15D5-D6CE91BAE408}"/>
              </a:ext>
            </a:extLst>
          </p:cNvPr>
          <p:cNvSpPr txBox="1"/>
          <p:nvPr/>
        </p:nvSpPr>
        <p:spPr>
          <a:xfrm>
            <a:off x="11689483" y="826830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1" name="文本框 690">
            <a:extLst>
              <a:ext uri="{FF2B5EF4-FFF2-40B4-BE49-F238E27FC236}">
                <a16:creationId xmlns:a16="http://schemas.microsoft.com/office/drawing/2014/main" id="{3BDB52FC-AF07-F1F0-F6FC-83F056DC5B8B}"/>
              </a:ext>
            </a:extLst>
          </p:cNvPr>
          <p:cNvSpPr txBox="1"/>
          <p:nvPr/>
        </p:nvSpPr>
        <p:spPr>
          <a:xfrm>
            <a:off x="15017525" y="658826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2" name="文本框 691">
            <a:extLst>
              <a:ext uri="{FF2B5EF4-FFF2-40B4-BE49-F238E27FC236}">
                <a16:creationId xmlns:a16="http://schemas.microsoft.com/office/drawing/2014/main" id="{29BBFD42-D9F2-B5B4-291D-CF11233BA67F}"/>
              </a:ext>
            </a:extLst>
          </p:cNvPr>
          <p:cNvSpPr txBox="1"/>
          <p:nvPr/>
        </p:nvSpPr>
        <p:spPr>
          <a:xfrm>
            <a:off x="14999559" y="790410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3" name="文本框 692">
            <a:extLst>
              <a:ext uri="{FF2B5EF4-FFF2-40B4-BE49-F238E27FC236}">
                <a16:creationId xmlns:a16="http://schemas.microsoft.com/office/drawing/2014/main" id="{0C3A4EF3-B59B-09E3-18BB-D3BDCD368993}"/>
              </a:ext>
            </a:extLst>
          </p:cNvPr>
          <p:cNvSpPr txBox="1"/>
          <p:nvPr/>
        </p:nvSpPr>
        <p:spPr>
          <a:xfrm>
            <a:off x="8052806" y="858205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4" name="文本框 693">
            <a:extLst>
              <a:ext uri="{FF2B5EF4-FFF2-40B4-BE49-F238E27FC236}">
                <a16:creationId xmlns:a16="http://schemas.microsoft.com/office/drawing/2014/main" id="{751FE317-AA17-57D5-8B0A-8165D9D80E31}"/>
              </a:ext>
            </a:extLst>
          </p:cNvPr>
          <p:cNvSpPr txBox="1"/>
          <p:nvPr/>
        </p:nvSpPr>
        <p:spPr>
          <a:xfrm>
            <a:off x="8031971" y="978709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5" name="文本框 694">
            <a:extLst>
              <a:ext uri="{FF2B5EF4-FFF2-40B4-BE49-F238E27FC236}">
                <a16:creationId xmlns:a16="http://schemas.microsoft.com/office/drawing/2014/main" id="{A65EDD9E-56F3-19C9-9AF5-BCCDE4A20759}"/>
              </a:ext>
            </a:extLst>
          </p:cNvPr>
          <p:cNvSpPr txBox="1"/>
          <p:nvPr/>
        </p:nvSpPr>
        <p:spPr>
          <a:xfrm>
            <a:off x="6832787" y="899765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7" name="文本框 696">
            <a:extLst>
              <a:ext uri="{FF2B5EF4-FFF2-40B4-BE49-F238E27FC236}">
                <a16:creationId xmlns:a16="http://schemas.microsoft.com/office/drawing/2014/main" id="{4ECD282C-119D-23D4-21E2-AD63053471A3}"/>
              </a:ext>
            </a:extLst>
          </p:cNvPr>
          <p:cNvSpPr txBox="1"/>
          <p:nvPr/>
        </p:nvSpPr>
        <p:spPr>
          <a:xfrm>
            <a:off x="9673715" y="1088082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8" name="文本框 697">
            <a:extLst>
              <a:ext uri="{FF2B5EF4-FFF2-40B4-BE49-F238E27FC236}">
                <a16:creationId xmlns:a16="http://schemas.microsoft.com/office/drawing/2014/main" id="{092049CB-FE69-0478-4183-A9CD22F4B899}"/>
              </a:ext>
            </a:extLst>
          </p:cNvPr>
          <p:cNvSpPr txBox="1"/>
          <p:nvPr/>
        </p:nvSpPr>
        <p:spPr>
          <a:xfrm>
            <a:off x="9713026" y="1259785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1" name="文本框 700">
            <a:extLst>
              <a:ext uri="{FF2B5EF4-FFF2-40B4-BE49-F238E27FC236}">
                <a16:creationId xmlns:a16="http://schemas.microsoft.com/office/drawing/2014/main" id="{33D6652A-1C56-1C5E-E78E-7712E39F1708}"/>
              </a:ext>
            </a:extLst>
          </p:cNvPr>
          <p:cNvSpPr txBox="1"/>
          <p:nvPr/>
        </p:nvSpPr>
        <p:spPr>
          <a:xfrm>
            <a:off x="11541269" y="1256519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2" name="文本框 701">
            <a:extLst>
              <a:ext uri="{FF2B5EF4-FFF2-40B4-BE49-F238E27FC236}">
                <a16:creationId xmlns:a16="http://schemas.microsoft.com/office/drawing/2014/main" id="{20CACA0E-3E23-8902-D1CC-8162299639CA}"/>
              </a:ext>
            </a:extLst>
          </p:cNvPr>
          <p:cNvSpPr txBox="1"/>
          <p:nvPr/>
        </p:nvSpPr>
        <p:spPr>
          <a:xfrm>
            <a:off x="11500486" y="1085794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3777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558</TotalTime>
  <Words>153</Words>
  <Application>Microsoft Office PowerPoint</Application>
  <PresentationFormat>自定义</PresentationFormat>
  <Paragraphs>106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瓜 黄</dc:creator>
  <cp:lastModifiedBy>Zajac Mo</cp:lastModifiedBy>
  <cp:revision>3</cp:revision>
  <dcterms:created xsi:type="dcterms:W3CDTF">2025-10-10T03:19:14Z</dcterms:created>
  <dcterms:modified xsi:type="dcterms:W3CDTF">2025-12-19T11:42:56Z</dcterms:modified>
</cp:coreProperties>
</file>